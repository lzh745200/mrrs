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帮扶村振兴管理系统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19A25"/>
                </a:solidFill>
                <a:latin typeface="微软雅黑"/>
              </a:defRPr>
            </a:pPr>
            <a:r>
              <a:t>Assistance Management Information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DB5BD"/>
                </a:solidFill>
                <a:latin typeface="微软雅黑"/>
              </a:defRPr>
            </a:pPr>
            <a:r>
              <a:t>军民融合 · 乡村振兴 · 数字化管理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389120"/>
            <a:ext cx="3962095" cy="2743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B5BD"/>
                </a:solidFill>
                <a:latin typeface="微软雅黑"/>
              </a:defRPr>
            </a:pPr>
            <a:r>
              <a:t>技术架构：Vue 3 + FastAPI + Electron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DB5BD"/>
                </a:solidFill>
                <a:latin typeface="微软雅黑"/>
              </a:defRPr>
            </a:pPr>
            <a:r>
              <a:t>版本 v1.12.6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系统概述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本系统是面向军民融合帮扶工作的综合管理平台，实现对帮扶村、帮扶项目、资金管理、学校共建等核心业务的全流程数字化管理。系统采用单机离线部署模式，支持数据加密导入导出，满足涉密环境下的使用需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560320" cy="3474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帮扶村管理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10大板块年度数据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人口/收入/产业/基建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党建/医疗/教育/就业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消费/兵力投入/委员会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743200"/>
            <a:ext cx="2560320" cy="3474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资金全生命周期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033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预算编制与审批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拨付/使用/结算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异常检测与预警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绩效评估报告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2560320" cy="3474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项目与审批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项目立项/任务/里程碑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多级审批工作流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文件管理与变更历史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进度跟踪与统计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743200"/>
            <a:ext cx="2560320" cy="3474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学校共建管理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7033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学校信息CRUD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奖学金学生管理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共建项目管理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附件与导入导出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桌面层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17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Electron 28 + NSIS 安装包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跨平台桌面应用，自动更新，系统托盘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941832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前端层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14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Vue 3 + TypeScript + Element Plus + ECharts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响应式SPA，Pinia状态管理，Vue Router路由守卫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566160"/>
            <a:ext cx="941832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后端层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611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FastAPI + SQLAlchemy + Pydantic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RESTful API，JWT认证，RBAC权限，审计日志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663440"/>
            <a:ext cx="941832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09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SQLite + Alembic 迁移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74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单文件数据库，AES-256加密，自动备份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核心功能模块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🏘️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帮扶村管理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10大板块年度数据录入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委员会/人口/收入/产业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基建/党建/医疗/教育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消费/就业/兵力投入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资金管理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预算编制与执行跟踪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多级审批与拨付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异常检测与预警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绩效评估与结算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项目管理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项目立项与任务分解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里程碑进度跟踪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文件管理与变更历史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经费关联与统计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37160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799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审批工作流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可配置多级审批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批量审批/转办/撤回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变更差异对比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审批提醒与催办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数据分析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多维度统计看板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村庄对比与趋势分析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KPI指标与排名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AI辅助预测与建议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402336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地图可视化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617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帮扶村/学校地理标注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区域分布热力图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距离计算与路径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离线地图瓦片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02336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39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安全体系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39" y="4617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JWT + 2FA双因素认证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RBAC细粒度权限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零信任安全评估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AES-256数据加密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19" y="402336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599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数据交换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599" y="4617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加密数据包导入导出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增量同步与冲突解决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一键报表生成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数据质量校验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安全体系与部署方案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认证安全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JWT双Token机制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TOTP双因素认证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机器码绑定验证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账户锁定与速率限制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651760" cy="2926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权限控制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RBAC角色权限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组织树数据隔离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菜单级前端权限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零信任安全评估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2651760" cy="2926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数据安全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3317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AES-256-GCM加密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CSRF双重提交Cookie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安全响应头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审计日志全链路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371600"/>
            <a:ext cx="2651760" cy="2926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3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39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部署方案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3317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Electron离线单机部署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NSIS安装包(x64)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VC++运行时自动安装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ARM64 Linux DEB包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19A25"/>
                </a:solidFill>
                <a:latin typeface="微软雅黑"/>
              </a:defRPr>
            </a:pPr>
            <a:r>
              <a:t>部署流程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1. 下载安装包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2. 运行NSIS安装程序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3. 自动安装VC++运行时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4. 创建桌面快捷方式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5. 启动系统(自动初始化)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项目规模与质量保障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699+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API 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覆盖42个路由模块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463040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10,000+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后端测试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pytest全量通过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1,622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前端测试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vitest 125个文件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1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类型错误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vue-tsc严格模式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749039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93191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6634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Vue 页面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120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完整业务功能覆盖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749039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93191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6634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CI 工作流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120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自动化构建与测试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系统特色与优势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🔐  完全离线运行，满足涉密环境要求，数据不出本机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📊  10大板块年度数据全覆盖，资金全生命周期管理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🤖  AI辅助分析预测，智能异常检测与工作建议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🗺️  地图可视化展示，帮扶村与学校地理分布一目了然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⚡  一键数据加密交换，支持多级单位间安全数据传输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🛡️  零信任安全架构，RBAC权限 + 2FA + 审计全链路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📦  Electron桌面应用，NSIS安装包一键部署，自动更新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帮扶村振兴管理系统  ·  让帮扶工作更精准、更高效、更安全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版本更新说明 · v1.12.6（2026-09-12）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遗留风险治理第一批：调度器 Timer 生命周期统一（可停止、无泄漏、分片清理接入调度）</a:t>
            </a:r>
          </a:p>
          <a:p>
            <a:pPr>
              <a:defRPr sz="1600"/>
            </a:pPr>
            <a:r>
              <a:t>• 启动期不再执行 VACUUM / 全库扫描，消除启动窗口 database is locked 抖动</a:t>
            </a:r>
          </a:p>
          <a:p>
            <a:pPr>
              <a:defRPr sz="1600"/>
            </a:pPr>
            <a:r>
              <a:t>• multipart 请求体分级预检（备份恢复 10GB，其余 512MB），防超大请求打爆内存</a:t>
            </a:r>
          </a:p>
          <a:p>
            <a:pPr>
              <a:defRPr sz="1600"/>
            </a:pPr>
            <a:r>
              <a:t>• 备份语义 fail-loud：一致性快照失败即中止，杜绝「陈旧但合法」的备份包</a:t>
            </a:r>
          </a:p>
          <a:p>
            <a:pPr>
              <a:defRPr sz="1600"/>
            </a:pPr>
            <a:r>
              <a:t>• 安全加固延续：目录穿越、存储型 XSS、Windows 文件占用、并发竞态（v1.12.5）</a:t>
            </a:r>
          </a:p>
          <a:p>
            <a:pPr>
              <a:defRPr sz="1600"/>
            </a:pPr>
            <a:r>
              <a:t>• 质量基线：后端 11089+ 用例 / 前端 302 文件全绿，双向覆盖率 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