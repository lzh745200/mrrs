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82296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帮扶管理信息系统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803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9A227"/>
                </a:solidFill>
                <a:latin typeface="Microsoft YaHei"/>
              </a:rPr>
              <a:t>军民融合 · 乡村振兴 —— 完全离线的单机版桌面应用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862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8D9D0"/>
                </a:solidFill>
                <a:latin typeface="Microsoft YaHei"/>
              </a:rPr>
              <a:t>帮扶村 · 项目 · 经费 · 学校 · 政策 · 数据同步 · 报表分析 —— 一站式帮扶业务管理平台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23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v1.7.2  ｜  后端 12,109 测试通过 · 覆盖率 99.86%  ｜  前端 6,120 测试通过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C0B5"/>
                </a:solidFill>
                <a:latin typeface="Microsoft YaHei"/>
              </a:rPr>
              <a:t>2026-08  ·  贵州省乡村振兴项目组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01  系统概述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系统定位 · 建设背景 · 核心价值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2704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02  功能模块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帮扶村/项目/经费/学校/政策 等十二大模块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6148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03  技术架构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8211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FastAPI + Vue 3 + Electron +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6148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04  安全设计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8211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认证 · 加密 · 数据隔离 · 审计 · 防护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8620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959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05  数据与备份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1655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数据库模型 · 备份恢复 · 数据同步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959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06  部署形态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1655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Windows 离线安装包 · 麒麟 V10 · Docker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2064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303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07  测试与质量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50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12,109 + 6,120 测试 · 覆盖率 99.86%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12064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2303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08  快速上手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650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安装 · 启动 · 默认账号 · 日常运维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系统概述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什么是帮扶管理信息系统？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系统定位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面向军民融合乡村振兴帮扶业务的单机桌面应用：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完全离线运行，不依赖互联网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数据保存在本机（SQLite），可 U 盘备份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支持多台机器离线数据包同步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基层帮扶干部安装即用、零运维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建设背景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6654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部队定点帮扶 + 地方乡村振兴工作融合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以往台账靠 Excel/纸质，数据分散易丢失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军地双方需统一的帮扶台账与验收口径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基层网络条件差 → 必须离线、必须简单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49039"/>
            <a:ext cx="82296" cy="246888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77055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解决的核心问题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52543"/>
            <a:ext cx="5074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帮扶村 / 项目 / 经费 / 学校 全流程台账化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资金去向可追溯、验收数据可审计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多机数据汇总同步，层层上报不再手工誊抄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一键备份 + 一键恢复，数据永不丢失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53035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82296" cy="246888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77055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核心价值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352543"/>
            <a:ext cx="4892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离线可用：装好即用，无网络也能办公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安全可控：加密存储 + 权限隔离 + 全程审计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简单易用：为基层干部设计，3 分钟上手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军标合规：满足军事审计的数据安全要求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功能模块总览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十二大业务模块，覆盖帮扶全流程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🏘️ 帮扶村管理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村庄基础信息、年度数据、产业/基础设施/人口/收入台账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270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📋 项目管理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帮扶项目立项、进度、里程碑、验收全生命周期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💰 经费管理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预算、拨付、支出、合同、异常检测、年度统计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90088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998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🏫 学校帮扶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93008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学校信息、帮扶措施、成效跟踪、统计分析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990088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0998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📜 政策管理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493008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政策文件、分类检索、全文搜索、附件归档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990088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998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📝 工作日志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93008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驻村日志、工作记录、任务提醒、考核依据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62856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725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📊 数据分析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6577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仪表盘、趋势预测、统计报表、图表大屏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562856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6725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📦 数据同步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06577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多机离线数据包导入导出、冲突检测解决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562856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6725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🗄️ 备份恢复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06577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一键备份（可加密）、任意备份包导入恢复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135624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245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🔐 用户权限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638544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4 级角色、机器码绑定、组织数据隔离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6135624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6245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📥 导入导出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6638544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Excel 批量导入、模板下载、报表导出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6135624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6245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🛠️ 系统管理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6638544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用户/角色/菜单/审计日志/更新日志/系统监控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帮扶村管理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村情台账 · 年度数据 · 动态跟踪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村情档案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村名/所属县乡/人口/耕地/收入等基础信息，支持按县乡村三级筛选与搜索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年度数据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每年填报：人口结构、产业情况、基础设施、年人均收入，形成纵向对比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帮扶措施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驻村工作队、帮扶项目、消费帮扶等动态记录，随时更新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成效跟踪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收入变化趋势、产业覆盖、基础设施改善情况可视化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导出上报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一键导出 Excel 台账，满足验收上报要求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591056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小白示例：怎么录一个村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66544"/>
            <a:ext cx="4709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1. 打开「帮扶村管理」→ 点「新建」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2. 填写村名、县乡、人口等基本信息 → 保存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3. 每年在「年度数据」标签页填收入/产业数据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4. 需要上报时点「导出」，Excel 直接可用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5. 数据自动进入统计报表与领导看板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经费管理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每一分钱去向清晰 · 自动异常预警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预算管理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年度/类别预算编制，已使用金额自动映射，结余与执行率实时计算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拨付与支出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拨付记录、支出明细、报销凭证附件，全链路留痕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合同管理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合同信息 + 附件归档，与项目/经费关联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异常检测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超预算、重复报销、大额异常自动预警（智能检测引擎）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年度统计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预算/已执行/申请/已拨付/已使用/结余 六项年度总览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591056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防腐败设计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66544"/>
            <a:ext cx="4709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每一笔资金变动写入审计日志（谁、何时、改了什么）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预算执行率超 90% 自动提醒，超预算必须走审批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异常检测引擎扫描重复/可疑支出并生成预警单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经费数据按组织隔离：乡镇干部看不到其他乡镇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备份/导出全程加密可选，敏感字段加密存储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多机数据同步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离线环境下的数据汇总方案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为什么需要同步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乡镇/村各一台电脑，彼此无网络连接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数据需要层层上报到县/市汇总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传统做法：U 盘拷贝 Excel，容易错漏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系统怎么做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66544"/>
            <a:ext cx="5074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导出数据包 → U 盘 → 另一台机器导入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数据包可加密（AES-256），密码保护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自动冲突检测：同一记录两边都改时给出对比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冲突解决后合并入库，记录完整历史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9709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同步了什么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帮扶村/项目/经费/学校/政策/工作日志 等业务表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敏感表（用户/审计日志）不参与同步，安全隔离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增量同步：只传变化的数据，U 盘小、速度快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9709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机器码与通行码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7258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每台电脑有唯一「机器码」（硬件指纹）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管理员为机器发放「通行码」才能激活同步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忘记密码时可用机器码在校验码验证后重置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防止陌生机器接入系统窃取数据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三层结构：桌面壳 + 后端服务 + 前端页面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桌面壳  Electron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EE8"/>
                </a:solidFill>
                <a:latin typeface="Microsoft YaHei"/>
              </a:rPr>
              <a:t>启动后端 · 系统托盘 · 快捷键 · 自动备份 · 版本管理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33472"/>
            <a:ext cx="10698480" cy="105156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前端  Vue 3 + TypeScript + Element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6382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EE8"/>
                </a:solidFill>
                <a:latin typeface="Microsoft YaHei"/>
              </a:rPr>
              <a:t>页面视图 · Pinia 状态 · ECharts 图表 · 离线缓存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03904"/>
            <a:ext cx="10698480" cy="1051560"/>
          </a:xfrm>
          <a:prstGeom prst="rect">
            <a:avLst/>
          </a:prstGeom>
          <a:solidFill>
            <a:srgbClr val="3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1363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后端  FastAPI + SQLAlchemy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3425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EE8"/>
                </a:solidFill>
                <a:latin typeface="Microsoft YaHei"/>
              </a:rPr>
              <a:t>REST API · 权限校验 · 业务服务 · 定时任务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74336"/>
            <a:ext cx="10698480" cy="1051560"/>
          </a:xfrm>
          <a:prstGeom prst="rect">
            <a:avLst/>
          </a:prstGeom>
          <a:solidFill>
            <a:srgbClr val="4E8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84064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数据层  SQLite（本机文件）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046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EE8"/>
                </a:solidFill>
                <a:latin typeface="Microsoft YaHei"/>
              </a:rPr>
              <a:t>数据存储 · 全文检索 · 加密字段 · WAL 性能优化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后端技术详解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FastAPI · 47 个路由模块 · 100+ 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API 层（api/v1）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3154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认证登录 /auth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帮扶村 /supported-villages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项目 /projects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经费 /funds · /fund-budgets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学校 /schools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政策 /policies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数据同步 /data-sync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系统管理 /system/*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47 个路由模块，全部懒加载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91056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核心层（core）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66544"/>
            <a:ext cx="3154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config 配置（密钥自动生成）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security 认证/密码/限流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database SQLite 连接池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transaction 事务管理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token_manager 令牌生命周期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response 统一响应格式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data_permission 数据隔离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cache 磁盘+内存缓存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91056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服务层（services）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66544"/>
            <a:ext cx="3154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100+ 业务服务模块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经费异常检测引擎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数据同步/冲突解决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备份恢复（可加密）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报表导出 Excel/PDF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政策全文检索（FTS）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趋势预测（AI）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零信任设备指纹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前端技术详解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Vue 3 · TypeScript · Element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技术选型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Vue 3 组合式 API + TypeScript（strict 模式）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Element Plus 组件库 + ECharts 图表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Pinia 状态管理 + 路由懒加载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Vite 构建（gzip/brotli 压缩）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体验设计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66544"/>
            <a:ext cx="5074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响应式侧边栏，适配笔记本/平板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键盘快捷键（Ctrl+S 保存等）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暗色主题 + 无障碍（ARIA/对比度）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错误边界防白屏 + 页面级错误提示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9709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数据与安全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敏感字段前端脱敏显示（身份证/手机号打码）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离线网络状态感知 + 请求自动重试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CSRF Token 自动携带，防跨站攻击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会话超时自动退出，登录频率限制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9709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测试保障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7258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6,120 个前端单元测试（351 个测试文件）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组件/Store/Composable/工具 全覆盖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ESLint 0 错误 + vue-tsc 严格类型检查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覆盖率门禁（CI 强制）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桌面应用与安装包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Electron + PyInstaller，装好即用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桌面壳（Electron）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系统托盘：显示主窗口/立即备份/重启后端/退出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开机自启 + 快捷键（可配置）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后端崩溃自动重启（最多 3 次）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后端启动健康检查，就绪后再加载页面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离线安装包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66544"/>
            <a:ext cx="5074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NSIS 安装包（约 270MB）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内置 Python 解释器 + 全部依赖 + 前端页面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目标机器零依赖，无需安装任何环境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静默安装 VC++ 运行库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9709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数据目录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数据库：%LOCALAPPDATA%\bumofu-assistance\data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上传附件/导出文件/日志均在此目录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安装目录（Program Files）只读不写数据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重装/升级不影响数据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9709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Linux 支持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7258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麒麟 V10 ARM64（军规国产系统）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DEB 安装包 + systemd 服务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Docker Buildx QEMU 交叉编译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纯 Web 部署形态（无 Electron）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安全设计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军标审计级 · 全链路防护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63624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身份认证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417320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508760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JWT + bcrypt 密码哈希（200ms 校验）· 登录限流 5 次/分 · 锁定策略 · 2FA 可选 · 机器码绑定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58568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0487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数据加密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258568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350008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敏感字段 Fernet 加密存储（密钥自动生成并持久化）· 备份包 AES-256 可选加密 · 数据同步包加密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数据隔离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099816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3191256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organization_id 强制过滤 · 4 级角色（超管/管理/普通/只读）· 跨组织访问返回 403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41064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8736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操作审计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3941064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4032504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登录/操作/资金变动全程审计日志（文件 + 数据库双写）· 审计记录不可被普通用户清除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82312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28616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网络防护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4782312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4873752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CSRF 防护 · 请求体大小限制 · 上传类型白名单 + 魔数嗅探 · 路径遍历防护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23560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69864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会话安全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5623560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5715000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Token 黑名单持久化 · 强制登出 · 密码修改后旧令牌全部失效 · 8 小时访问令牌有效期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备份与恢复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数据永不丢失 · 任意备份包可导入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一键备份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备份管理页一键创建（含数据库 + 上传文件）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支持加密备份（设置密码保护）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可指定 U 盘/移动硬盘为备份目标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本机硬盘损坏也能从 U 盘恢复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导入恢复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66544"/>
            <a:ext cx="5074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「导入备份包」：选择任意机器导出的备份包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加密包输入密码即可恢复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恢复前自动预校验（损坏包/缺库文件直接拒绝）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恢复失败自动回滚，原数据不受影响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9709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备份内容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data/rural_revitalization.db（完整数据库）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uploads/ 上传的附件文件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backup_info.json（备份元信息）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全程流式写入，大备份包不占内存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9709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安全细节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7258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备份包下载要求管理员权限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恢复操作二次确认（覆盖全部数据）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恢复后自动清理临时文件，磁盘零残留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备份列表标记加密状态，提示输入密码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部署形态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一套系统，多种部署方式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4312B"/>
                </a:solidFill>
                <a:latin typeface="Microsoft YaHei"/>
              </a:rP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4E3D"/>
                </a:solidFill>
                <a:latin typeface="Microsoft YaHei"/>
              </a:rPr>
              <a:t>Windows 桌面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NSIS 安装包（270MB）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装好即用 · 零依赖 · 托盘常驻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4312B"/>
                </a:solidFill>
                <a:latin typeface="Microsoft YaHei"/>
              </a:rPr>
              <a:t>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4E3D"/>
                </a:solidFill>
                <a:latin typeface="Microsoft YaHei"/>
              </a:rPr>
              <a:t>麒麟 V10 ARM64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286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DEB 安装包 + systemd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国产化环境适配 · 纯 Web 形态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4312B"/>
                </a:solidFill>
                <a:latin typeface="Microsoft YaHei"/>
              </a:rPr>
              <a:t>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4E3D"/>
                </a:solidFill>
                <a:latin typeface="Microsoft YaHei"/>
              </a:rPr>
              <a:t>Docker 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286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docker-compose 一键启动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E2E 测试与性能测试集成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4630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6002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4312B"/>
                </a:solidFill>
                <a:latin typeface="Microsoft YaHei"/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4E3D"/>
                </a:solidFill>
                <a:latin typeface="Microsoft YaHei"/>
              </a:rPr>
              <a:t>多机协同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34640"/>
            <a:ext cx="2286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每台机器独立部署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U 盘数据包同步汇总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1F4E3D"/>
                </a:solidFill>
                <a:latin typeface="Microsoft YaHei"/>
              </a:rPr>
              <a:t>安装包结构：Electron 运行时 + PyInstaller 后端（自带 Python 解释器）+ Vue 前端 + VC++ 运行库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F4E3D"/>
                </a:solidFill>
                <a:latin typeface="Microsoft YaHei"/>
              </a:rPr>
              <a:t>目标机器零依赖 —— 没装 Python、没有 Node、没有网络，也能直接安装运行。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测试与质量保障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用数据说话的工程质量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9A227"/>
                </a:solidFill>
                <a:latin typeface="Microsoft YaHei"/>
              </a:rPr>
              <a:t>12,109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后端测试全部通过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8D9D0"/>
                </a:solidFill>
                <a:latin typeface="Microsoft YaHei"/>
              </a:rPr>
              <a:t>pytest · 覆盖 API/服务/模型/工具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9A227"/>
                </a:solidFill>
                <a:latin typeface="Microsoft YaHei"/>
              </a:rPr>
              <a:t>6,120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前端测试全部通过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8D9D0"/>
                </a:solidFill>
                <a:latin typeface="Microsoft YaHei"/>
              </a:rPr>
              <a:t>Vitest · 351 个测试文件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9A227"/>
                </a:solidFill>
                <a:latin typeface="Microsoft YaHei"/>
              </a:rPr>
              <a:t>99.86%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后端覆盖率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8D9D0"/>
                </a:solidFill>
                <a:latin typeface="Microsoft YaHei"/>
              </a:rPr>
              <a:t>CI 门禁 98%，fund_budgets/policy 已达 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4630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6002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9A227"/>
                </a:solidFill>
                <a:latin typeface="Microsoft YaHe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377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安全漏洞 / Lint 错误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8D9D0"/>
                </a:solidFill>
                <a:latin typeface="Microsoft YaHei"/>
              </a:rPr>
              <a:t>Bandit · Flake8 · ESLint · vue-tsc 全零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4048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CI 流水线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PR 检查（后端+前端测试+flake8）· 每日凌晨全量回归 · 覆盖率上传 Codecov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静态安全扫描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Bandit 0 高危 · 依赖审计（npm audit 0 漏洞）· 上传文件魔数嗅探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E2E 与性能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Playwright 浏览器级 E2E（Docker）· Locust 性能压测 · 全端点路由冒烟（759 个）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深度审计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前后端 API 契约核对 207 个调用全部匹配 · 路由遮蔽扫描 · 死代码清理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快速上手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从拿到安装包到开始办公，3 步完成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88720" cy="11887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</a:rPr>
              <a:t>第 1 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安装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63040"/>
            <a:ext cx="9692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600200"/>
            <a:ext cx="9144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12B"/>
                </a:solidFill>
                <a:latin typeface="Microsoft YaHei"/>
              </a:rPr>
              <a:t>双击「帮扶管理系统 Setup 1.7.2.exe」，按向导安装（自动装好运行库）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1188720" cy="11887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</a:rPr>
              <a:t>第 2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启动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2834640"/>
            <a:ext cx="9692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971800"/>
            <a:ext cx="9144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12B"/>
                </a:solidFill>
                <a:latin typeface="Microsoft YaHei"/>
              </a:rPr>
              <a:t>桌面图标启动，等待约 1-3 分钟首次初始化（之后启动更快）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88720" cy="11887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</a:rPr>
              <a:t>第 3 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登录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206240"/>
            <a:ext cx="9692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4343400"/>
            <a:ext cx="9144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12B"/>
                </a:solidFill>
                <a:latin typeface="Microsoft YaHei"/>
              </a:rPr>
              <a:t>默认账号 admin / admin123，首次登录请立即修改密码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E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97296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4E3D"/>
                </a:solidFill>
                <a:latin typeface="Microsoft YaHei"/>
              </a:rPr>
              <a:t>💡 首次使用建议：先到「系统管理 → 用户管理」创建本单位账号；到「备份管理」设置备份目标（U 盘）；到「数据同步」为每台电脑发放通行码。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常见问题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7218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忘记管理员密码怎么办？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使用机器码重置：登录页「忘记密码」→ 输入机器码与校验码 → 系统生成新密码（仅当前机器可操作）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67712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2257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换了新电脑，数据怎么搬？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旧机「备份管理 → 创建备份」→ U 盘拷贝 → 新机「备份管理 → 导入备份包」→ 数据完整恢复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18104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729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多台电脑数据如何合并？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02152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每台电脑安装系统后，用「数据同步」导出/导入数据包，自动合并与冲突检测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68496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电脑没网能用吗？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52544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完全能。系统离线运行，备份、同步、报表全部本地完成，无需任何网络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18888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7375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数据安全吗？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0293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敏感字段加密存储，备份可加密，操作全程审计，权限按组织隔离，通过军事审计要求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72414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安装包打不开/被杀毒拦截？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5332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国产杀软误报时请添加信任；安装目录与数据目录建议加入杀软白名单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73736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C9A227"/>
                </a:solidFill>
                <a:latin typeface="Microsoft YaHei"/>
              </a:rPr>
              <a:t>帮扶管理信息系统 · v1.7.2 —— 让每一份帮扶台账都经得起审计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C8D9D0"/>
                </a:solidFill>
                <a:latin typeface="Microsoft YaHei"/>
              </a:rPr>
              <a:t>离线 · 安全 · 简单 —— 为基层帮扶干部打造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76072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C0B5"/>
                </a:solidFill>
                <a:latin typeface="Microsoft YaHei"/>
              </a:rPr>
              <a:t>贵州省乡村振兴项目组  ·  2026-08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