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V1.12.14  |  2026-10-06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18,717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12,395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6,323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数据来源：2026-10-08 仓库实测（v1.12.15）—— 后端 12,395 用例全绿 / 行+分支覆盖率 100%（branch=True 严格门禁）· 前端 6,323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299 个测试文件 · 6,323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18,704 项自动化测试（后端 12,381 + 前端 6,323）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数据来源：2026-10-07 仓库实测（v1.12.14）· 后端 12,381 / 前端 6,323 用例 · 行+分支覆盖率 100%（branch=True 严格门禁 + 棘轮）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净效果：12,381 后端用例（行+分支覆盖率 100%）+ 6,323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12,381 后端用例（行+分支覆盖率 100%）+ 6,323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2026-10-08T06:54:48Z</dcterms:created>
  <dcterms:modified xsi:type="dcterms:W3CDTF">2026-10-08T06:54:48Z</dcterms:modified>
</cp:coreProperties>
</file>