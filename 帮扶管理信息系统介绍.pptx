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11948</c:v>
                </c:pt>
                <c:pt idx="1">
                  <c:v>6304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V1.12.13  |  2026-10-05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18,252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11,948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6,304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数据来源：仓库实测（v1.12.13）—— 后端 11,948 用例全绿 / 覆盖率 100% · 前端 6,304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6,304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18,252 项自动化测试（后端 11,948 + 前端 6,304）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数据来源：v1.12.13 仓库实测 · 后端 11,948 / 前端 6,304 用例 · 覆盖率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净效果：11,948 后端用例（覆盖率 100%）+ 6,304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v1.12.13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11,948 后端用例（覆盖率 100%）+ 6,304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2026-10-05T13:08:54Z</dcterms:created>
  <dcterms:modified xsi:type="dcterms:W3CDTF">2026-10-05T13:08:54Z</dcterms:modified>
</cp:coreProperties>
</file>