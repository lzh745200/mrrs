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  |  2026-09-14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17,295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11,868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6,227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后端服务（83 + 7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数据来源：仓库实测（2026-09-14，v1.12.9）—— 后端 11,868 用例全绿 / 覆盖率 100% · 前端 6,225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6,227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数据来源：v1.11.2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架构评估 P0/P1 加固：导出任务重启恢复、导出/备份原子写、备份可恢复性校验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后端覆盖率补齐至 100%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净效果：11,868 后端用例（覆盖率 100%）+ 6,227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11,868 后端用例（覆盖率 100%）+ 6,227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2026-09-30T18:05:46Z</dcterms:created>
  <dcterms:modified xsi:type="dcterms:W3CDTF">2026-09-30T18:05:46Z</dcterms:modified>
</cp:coreProperties>
</file>