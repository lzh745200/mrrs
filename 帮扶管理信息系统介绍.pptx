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11916</c:v>
                </c:pt>
                <c:pt idx="1">
                  <c:v>6287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V1.12.11  |  2026-10-02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18,203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11,916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6,287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数据来源：仓库实测（v1.12.11）—— 后端 11,916 用例全绿 / 覆盖率 100% · 前端 6,287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6,287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18,203 项自动化测试（后端 11,916 + 前端 6,287）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数据来源：v1.12.11 仓库实测 · 后端 11,916 / 前端 6,287 用例 · 覆盖率 100%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净效果：11,916 后端用例（覆盖率 100%）+ 6,287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v1.12.11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11,916 后端用例（覆盖率 100%）+ 6,287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2026-10-03T05:11:42Z</dcterms:created>
  <dcterms:modified xsi:type="dcterms:W3CDTF">2026-10-03T05:11:42Z</dcterms:modified>
</cp:coreProperties>
</file>