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  <Relationship Id="rId67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_rels/notesSlide2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2.xml"/>
</Relationships>
</file>

<file path=ppt/notesSlides/_rels/notesSlide2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3.xml"/>
</Relationships>
</file>

<file path=ppt/notesSlides/_rels/notesSlide2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4.xml"/>
</Relationships>
</file>

<file path=ppt/notesSlides/_rels/notesSlide2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5.xml"/>
</Relationships>
</file>

<file path=ppt/notesSlides/_rels/notesSlide2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6.xml"/>
</Relationships>
</file>

<file path=ppt/notesSlides/_rels/notesSlide2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7.xml"/>
</Relationships>
</file>

<file path=ppt/notesSlides/_rels/notesSlide2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8.xml"/>
</Relationships>
</file>

<file path=ppt/notesSlides/_rels/notesSlide2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9.xml"/>
</Relationships>
</file>

<file path=ppt/notesSlides/_rels/notesSlide3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0.xml"/>
</Relationships>
</file>

<file path=ppt/notesSlides/_rels/notesSlide3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1.xml"/>
</Relationships>
</file>

<file path=ppt/notesSlides/_rels/notesSlide3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2.xml"/>
</Relationships>
</file>

<file path=ppt/notesSlides/_rels/notesSlide3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3.xml"/>
</Relationships>
</file>

<file path=ppt/notesSlides/_rels/notesSlide3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4.xml"/>
</Relationships>
</file>

<file path=ppt/notesSlides/_rels/notesSlide3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5.xml"/>
</Relationships>
</file>

<file path=ppt/notesSlides/_rels/notesSlide3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6.xml"/>
</Relationships>
</file>

<file path=ppt/notesSlides/_rels/notesSlide3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7.xml"/>
</Relationships>
</file>

<file path=ppt/notesSlides/_rels/notesSlide3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8.xml"/>
</Relationships>
</file>

<file path=ppt/notesSlides/_rels/notesSlide3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9.xml"/>
</Relationships>
</file>

<file path=ppt/notesSlides/_rels/notesSlide4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0.xml"/>
</Relationships>
</file>

<file path=ppt/notesSlides/_rels/notesSlide4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1.xml"/>
</Relationships>
</file>

<file path=ppt/notesSlides/_rels/notesSlide4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2.xml"/>
</Relationships>
</file>

<file path=ppt/notesSlides/_rels/notesSlide4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3.xml"/>
</Relationships>
</file>

<file path=ppt/notesSlides/_rels/notesSlide4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4.xml"/>
</Relationships>
</file>

<file path=ppt/notesSlides/_rels/notesSlide4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5.xml"/>
</Relationships>
</file>

<file path=ppt/notesSlides/_rels/notesSlide4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6.xml"/>
</Relationships>
</file>

<file path=ppt/notesSlides/_rels/notesSlide4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7.xml"/>
</Relationships>
</file>

<file path=ppt/notesSlides/_rels/notesSlide4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8.xml"/>
</Relationships>
</file>

<file path=ppt/notesSlides/_rels/notesSlide4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9.xml"/>
</Relationships>
</file>

<file path=ppt/notesSlides/_rels/notesSlide5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0.xml"/>
</Relationships>
</file>

<file path=ppt/notesSlides/_rels/notesSlide5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1.xml"/>
</Relationships>
</file>

<file path=ppt/notesSlides/_rels/notesSlide5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2.xml"/>
</Relationships>
</file>

<file path=ppt/notesSlides/_rels/notesSlide5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3.xml"/>
</Relationships>
</file>

<file path=ppt/notesSlides/_rels/notesSlide5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4.xml"/>
</Relationships>
</file>

<file path=ppt/notesSlides/_rels/notesSlide5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5.xml"/>
</Relationships>
</file>

<file path=ppt/notesSlides/_rels/notesSlide5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6.xml"/>
</Relationships>
</file>

<file path=ppt/notesSlides/_rels/notesSlide5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7.xml"/>
</Relationships>
</file>

<file path=ppt/notesSlides/_rels/notesSlide5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8.xml"/>
</Relationships>
</file>

<file path=ppt/notesSlides/_rels/notesSlide5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9.xml"/>
</Relationships>
</file>

<file path=ppt/notesSlides/_rels/notesSlide6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0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2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3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4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5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6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8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9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0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1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2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3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4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5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6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8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9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0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1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2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3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4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5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6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8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9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0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1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2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3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4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5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6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8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9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0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V1.18.8 | 2026-10-26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v1.18.8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V1.18.8 | 2026-10-26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