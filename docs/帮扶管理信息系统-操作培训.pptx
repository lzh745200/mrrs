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V1.18.15 | 2026-10-27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v1.18.15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V1.18.15 | 2026-10-27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