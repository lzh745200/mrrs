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V1.18.24 | 2026-10-28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v1.18.24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V1.18.24 | 2026-10-28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