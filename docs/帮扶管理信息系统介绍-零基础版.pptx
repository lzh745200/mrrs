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V1.18.13 | 2026-10-26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22,078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数据来源：2026-10-26 实测（v1.18.8）—— 后端 14,722 用例 + 前端 7,356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14,722 个自动化用例，前端 7,356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v1.18.13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22,078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