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V1.18.14 | 2026-10-27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22,244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数据来源：2026-10-27 实测（v1.18.14）—— 后端 14,870 用例 + 前端 7,374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14,870 个自动化用例，前端 7,374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v1.18.14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22,244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