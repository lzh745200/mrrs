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V1.18.26 | 2026-10-29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22,358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数据来源：2026-10-29 实测（v1.18.26）—— 后端 14,938 用例 + 前端 7,420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14,938 个自动化用例，前端 7,420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22,358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