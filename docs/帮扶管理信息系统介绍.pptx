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  |  2026-08-30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15833 项自动化测试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5,691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数据来源：仓库实测（2026-08-30，v1.12.0）—— flake8 0 错误 · bandit 0 中高危 · vue-tsc 0 错误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个路由模块 + 5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 + 8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黑名单 + 限流 + 审计中间件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292 个测试文件 · 5,691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数据层：57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数据来源：v1.12.0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100%（可覆盖集口径，CI 硬阈值）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深度探测循环：9 轮 252 项真实 HTTP 断言 + 150 项浏览器 E2E 入 CI 门禁，修复 9 个缺陷全部带回归锁定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前后端契约核对：334 个前端调用 0 断裂；已知 flaky 用例公开记录，不允许静默重试掩盖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 job：后端/前端/lint/安全/静态分析 + E2E 浏览器套件 150 用例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全板块完善：假成功防线、经费流程、政策 FTS5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死代码清理：净删 500+ 文件/5.5 万行，31 依赖精简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体检修复：PII 加密 / fail-closed / 数据包补全 / 供应链加固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安装器真机修复：NSIS 路径转义根修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净效果：5.5 万行死代码出清后，系统以更小的体积承载了更多功能——10142 + 5691 项测试全绿，双平台安装包全自动构建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精美化批量清扫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W11-T45：58 个页头标准化、图表引擎统一（chart.js→echarts）、仪表盘配色令牌化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数据同步管道重做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W2-T7：data_sync 裸 SQL → ORM 写入（修复 sync_version 增量语义 + 审计）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W6-T1：采购证书后接入 CSC secrets，安装包/后端 exe 全签名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审计保留策略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W5-008：审计四表生命周期 + 请求级双写去重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链路修复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W4-004：Docker E2E 三处断裂修复 + 5 条关键路径 Playwright 用例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弱断言清理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W4-003：30 个接受 HTTP 500 的断言收紧为精确状态码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v1.12.0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10,692 后端用例 + 5,691 前端用例 全绿守护 · Windows / 麒麟双平台离线交付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2026-08-30T23:21:06Z</dcterms:created>
  <dcterms:modified xsi:type="dcterms:W3CDTF">2026-08-30T23:21:06Z</dcterms:modified>
</cp:coreProperties>
</file>