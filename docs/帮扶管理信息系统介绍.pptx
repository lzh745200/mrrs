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V1.18.26 | 2026-10-29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22,396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14,976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数据来源：2026-10-29（v1.18.26）—— 后端 14,976 用例；前端 347 文件 / 7,420 用例（覆盖率门禁 100%）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7,420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22,396 项自动化测试（后端 14,976 + 前端 7,420）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14,976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7,420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数据来源：2026-10-29 实测（v1.18.26）· 后端 14,976 / 前端 7,420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净效果：14,976 后端用例（行+分支覆盖率 100%）+ 7,420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v1.18.26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14,976 后端用例 + 7,420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