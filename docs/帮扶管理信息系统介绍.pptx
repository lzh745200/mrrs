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12005</c:v>
                </c:pt>
                <c:pt idx="1">
                  <c:v>6315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V1.12.14  |  2026-10-06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18,320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12,005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6,315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数据来源：仓库实测（v1.12.14）—— 后端 12,005 用例全绿 / 覆盖率 100% · 前端 6,315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6,315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18,320 项自动化测试（后端 12,005 + 前端 6,315）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数据来源：v1.12.14 仓库实测 · 后端 12,005 / 前端 6,315 用例 · 覆盖率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净效果：12,005 后端用例（覆盖率 100%）+ 6,315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12,005 后端用例（覆盖率 100%）+ 6,315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2026-10-06T10:36:18Z</dcterms:created>
  <dcterms:modified xsi:type="dcterms:W3CDTF">2026-10-06T10:36:18Z</dcterms:modified>
</cp:coreProperties>
</file>