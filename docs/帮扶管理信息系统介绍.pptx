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V1.18.7 | 2026-10-26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22,078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数据来源：2026-10-26（v1.18.7）—— 后端 14,722 用例（0 skipped）/ 行+分支 100%；前端 347 文件 / 7,356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347 个测试文件 / 7,356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v1.18.7：六版收口要点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录入效率包（v1.18.7）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性能与协同（v1.18.7）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与质量（v1.18.7）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22,078 项自动化测试（后端 14,722 + 前端 7,356）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14,722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7,356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数据来源：2026-10-26 实测（v1.18.7）· 后端 14,722 / 前端 7,356 用例（347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v1.18.0–v1.18.7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净效果：14,722 后端用例（行+分支覆盖率 100%）+ 7,356 前端用例全绿（347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v1.18.7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v1.18.7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14,722 后端用例 + 7,356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2026-10-25T22:31:14Z</dcterms:created>
  <dcterms:modified xsi:type="dcterms:W3CDTF">2026-10-25T22:31:14Z</dcterms:modified>
  <cp:category/>
  <cp:contentStatus/>
</cp:coreProperties>
</file>