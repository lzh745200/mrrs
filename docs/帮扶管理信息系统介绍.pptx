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12381</c:v>
                </c:pt>
                <c:pt idx="1">
                  <c:v>6323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643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V1.12.15  |  2026-10-08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346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分层设计 · 离线优先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18,745 项自动化测试 · CI/CD · 依赖自检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v1.12.15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9" name="Text 7"/>
          <p:cNvSpPr/>
          <p:nvPr/>
        </p:nvSpPr>
        <p:spPr>
          <a:xfrm>
            <a:off x="102412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3" name="Text 11"/>
          <p:cNvSpPr/>
          <p:nvPr/>
        </p:nvSpPr>
        <p:spPr>
          <a:xfrm>
            <a:off x="683056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1" name="Text 19"/>
          <p:cNvSpPr/>
          <p:nvPr/>
        </p:nvSpPr>
        <p:spPr>
          <a:xfrm>
            <a:off x="683056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v1.12.15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12,422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6,323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功能菜单键（三级菜单树）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8253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API 模块（api/v1 含子包）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后端服务（100 + 13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数据库迁移版本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8827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数据来源：2026-10-08 仓库实测（v1.12.15）—— 后端 12,422 用例全绿 / 行+分支覆盖率 100%（branch=True 严格门禁）· 前端 6,323 用例全绿 · flake8 0 · bandit 0 中高危 · vue-tsc 0 · eslint 0 警告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四层架构设计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 / 后端工程结构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SCSS 设计令牌（4 套可切换主题）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个视图 · 25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个路由模块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依赖登记表单一事实源（三级自检）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API 模块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45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131 个业务视图（34 个功能目录）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 个共享组件（PageHeader / EmptyState / BaseChart 等标准件）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个 Pinia store + 30+ 组合式函数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299 个测试文件 · 6,323 个用例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覆盖率门禁（行 + 分支 100%）+ lint --max-warnings=0 + vue-tsc 三重 CI 门禁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 设计令牌：色彩 / 字号 / 间距 / 阴影单一来源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套可切换主题（默认军绿 / 浅色 / 深色 / 户外），运行时热切换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vite additionalData 注入 SCSS 变量，杜绝硬编码色值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pushSafe 导航、分页重置、blob 下载等 7 项防错规约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个服务：资金 / 项目 / 数据包 / 审批…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252045"/>
          </a:xfrm>
          <a:prstGeom prst="roundRect">
            <a:avLst>
              <a:gd name="adj" fmla="val 28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9808" y="4160520"/>
            <a:ext cx="10689336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578572"/>
            <a:ext cx="10689336" cy="15048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信封（本轮收敛 51 处裸 dict）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数据层：59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59 个模型文件 / 120+ 模型类：村、项目、资金、学校、政策、组织、审计…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迁移：含 PII 存量回填（幂等可重跑）与外键守护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Alembic（init.sql 已删除）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业务：村/项目/资金/学校/政策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协同：数据包 · 审批 · 消息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分析：看板 · 报表 · 大屏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功能地图：七大业务域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 · 项目全生命周期 · 资金 8 阶段 · 学校助学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projects / funds / schools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政策与审批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26864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 FTS5 全文检索 · 审批工作流 · 我的申请 · 审批历史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policies / approval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数据协同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40496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数据包全量/增量导出导入 · 版本管理 · 冲突解决 · 接收包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0496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dataPackage / dataSync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13232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 · 年度对比 · 成效评估 · 报表导出 · 帮扶大屏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analytics / bigscreen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626864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工作台账 · 驻村任务 · 工作日历 · 考核评估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26864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ruralWorks / work-calendar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540496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用户/角色/菜单/组织 · 权限包 · 审计 · 备份 · 更新日志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40496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/ admin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消息中心 · 待办中心 · 提醒中心 · 全局搜索 · 回收站 —— 贯穿各业务域的横向能力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卡片真实环比：本年资金 / 项目 / 村 / 学校，方向箭头动态化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待办聚合：待审批 / 待办任务 / 未读消息一键直达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图表年度趋势：资金 / 项目双轴联动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工作台可按角色裁剪：viewer 只见只读面板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年度对比：任选两年，村/项目/资金多维并排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帮扶成效评估：村庄打分、排名、历年对比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ECharts 统一主题（军绿科技风），全站图表一致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帮扶大屏：深色全屏模式，适用于展示/汇报场景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图表空态统一：无数据不出现“白板图”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年度板块数据支持 Excel 模板按板块导入（工作表名需与板块对应）；整村档案可导出（脱敏可选），支撑向上汇报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「待我审批 / 我发起的 / 已完成」状态页签切换，支持批量通过 / 驳回（原因必填）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版本管理（v1.11 新功能）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4736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工程细节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manifest.json 清单（包型/组织/记录数/校验和/增量基准）+ data/{type}.json 明细；导入走 SAVEPOINT 事务 + 独占写锁（防 SQLITE_BUSY）；批量 upsert 保留原始主键，杜绝外键孤儿；三个端点 12 项接口测试锁定契约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报表导出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真实渲染（python-docx / reportlab 内置中文字体），按年度真实聚合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深色全屏大屏：核心指标 + 图表轮播，适配汇报展示场景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工作分析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驻村工作量统计（按人/按单位/按月），支撑考核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系统管理：管理员的全套工具箱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用户增删改、组织树管理（启动钩子自动自愈）、组织删除级联守卫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角色与菜单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四角色体系；菜单可见性按角色 + 用户级 + 权限包三级裁剪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权限包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菜单权限套餐化管理：给一批用户一键授权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操作日志 / 登录尝试 / 安全事件 / API 访问，支持导出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备份中心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智能备份、加密备份、上传恢复（流式防 OOM）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系统运维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更新日志、配置包、机器码/通行码、密钥管理、数据分层归档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菜单可见性三级裁剪：角色默认 → 权限包 → 用户级配置；公开模块（政策/数据分析）全角色一致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286000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286000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71216" y="2587752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68680" y="2999232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99232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71216" y="3300984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68680" y="3712464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71246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54680" y="2331720"/>
            <a:ext cx="2697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 users.phone）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18,745 项自动化测试（后端 12,422 + 前端 6,323）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流水线（PR Checks 7 作业）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代码深度审查（376 文件 / 918 条发现）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 + 11 个真实 HTTP 探针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v1.12.15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7150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数据来源：2026-10-08 实测（v1.12.15）· 后端 12,422 / 前端 6,323 用例 · 覆盖率 100%（行+分支）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242048" y="1965960"/>
            <a:ext cx="4215384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384012"/>
            <a:ext cx="4215384" cy="3733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前后端覆盖率门禁均 100%（CI 硬阈值，12 个源码分组全约束）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弱断言治理：安全守卫补真实断言（开放重定向 / javascript: 协议防线）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项预防棘轮门禁接入 CI（os._exit / 上传限长 / 无界读 / 子进程编码 / 目录替换 / 周期任务注册），NEW=0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个真实 HTTP 探针脚本（backend/tests/probe/）：与运行时刻 / 时区无关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个 skip 滥用：仅 13 个平台专属跳过（Win/Linux 差异）；flaky 用例公开记录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 PR：后端测试 + 前端测试 + flake8 + Codecov 覆盖率对比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每日全量：三 job（后端/前端/质量报告）+ JUnit/HTML 报告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自动构建：Windows NSIS + 麒麟 ARM64 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SHA256SUMS 随 Release 附带，分发前可校验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代码深度审查：OpenCodeReview 全量扫描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扫描规模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工具：alibaba/open-code-review v1.12.4（全文件 scan 模式）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范围：376 个源文件（backend/app 全覆盖）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产出：918 条发现 — critical 36 / high 177 / medium 458 / low 247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消耗约 2,534 万 token，逐条甄别而非机械采纳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确证缺陷 19 处已修复；有意设计/误报显式记录不改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代表性修复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事务装饰器两条路径均缺 commit：写入被静默丢弃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 extra_claims 可覆盖 type/exp；缺 type 令牌 fail-open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永久吊销被降级为 24 小时 —— 已吊销令牌复活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require_admin 模式判定 fail-open（约 100 处调用）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 密钥长度非法时静默换随机密钥 → 数据永不可解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归档恢复路径穿越；本地门禁在 cp936 下「通过即崩溃」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1.10 → 1.11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223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全部形态离线可用；安装包内含 VC++ 运行库（Windows）与 Python 运行时，目标机器无需预装任何环境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备份包必含数据库本体，缺失即抛错（fail-loud）；列表标注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OOM、10GB 防御上限；上传前内存预校验（加密标记 / 损坏 ZIP / 缺库文件）→ 拒绝零残留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恢复流程 WAL 安全：先释放连接池再覆盖数据库文件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 / 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5624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升级期间写请求闸门（maintenance gate）挡住并发写入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版本历程：三个月的密集演进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v1.12.5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深度审计 13 项修复：目录穿越 / 存储型 XSS / 并发 / 备份 fail-loud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v1.12.7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遗留风险二批：上传体积三层上限、导出回收、导入拒绝记录、Windows CI 可见性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v1.12.8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R7 恢复维护闸门 / R12 低危批量 7 项 / R2 残余清零 / P-1~P-3 门禁 / R14 组织树修复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v1.12.9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深审缺陷批量修复（越权/数据完整性/静默失效）+ 响应信封与凭据语义修复 + 前后端覆盖率双双补齐至 100%（前端 10 个文件：安全守卫零覆盖、弱断言、死代码）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v1.12.10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10-02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跨平台 CI 双红根因修复：归档恢复穿越判定去平台化（Windows 风格路径曾绕过校验）、审批时间轴断言去时区依赖（UTC runner 与本地结论相反）+ 测试会话数据根隔离契约（Linux 上 override 曾被短路忽略）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68680"/>
          </a:xfrm>
          <a:prstGeom prst="roundRect">
            <a:avLst>
              <a:gd name="adj" fmla="val 736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49808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净效果：12,422 后端用例（行+分支覆盖率 100%）+ 6,323 前端用例全绿；Windows x64 与麒麟 ARM64 两个离线安装包由 GitHub Actions 全自动构建并发布 Release</a:t>
            </a:r>
            <a:endParaRPr lang="en-US" sz="13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v1.12.15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调度任务注册表（P-2）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scheduler_registry 清单化 + /health 全量暴露（当前仅落地裸 threading.Timer 扫描门禁）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依赖门禁分级（P-4）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pip-audit 分级：有修复版本的高危阻断合入；无修复版本强制登记豁免理由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本地环境标准化（R10）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3.11.9+ 重建 .venv + make venv/test-local 固化 PYTHONUTF8 与 IDE 注入清理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采购证书后接入 CSC secrets，安装包/后端 exe 全签名（W6-T1）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评审清单与 PR 模板（P-5）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新增线程/Timer、except-pass、文件写入、新依赖四类必答项并入 PR 模板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扩充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E2E 关键路径 Playwright 用例扩容（当前 150 例，CI 全绿）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v1.12.15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12,422 后端用例（行+分支覆盖率 100%）+ 6,323 前端用例 全绿守护 · Windows x64 / 麒麟 ARM64 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2026-10-08T10:13:59Z</dcterms:created>
  <dcterms:modified xsi:type="dcterms:W3CDTF">2026-10-08T10:13:59Z</dcterms:modified>
</cp:coreProperties>
</file>