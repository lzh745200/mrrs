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V1.18.1 | 2026-10-24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21,600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14,577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7,023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数据来源：2026-10-24（v1.18.1）—— 后端 14,577 用例（1 skipped）/ 行+分支 100%；前端 329 文件 / 7,023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154（棘轮 154/154）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62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329 个测试文件 / 7,023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+ 10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850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305（57 个文件），目标 ≤200，改动文件零新增）；设计 Token 单源 tokens.scss，全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8888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+ 10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62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21,600 项自动化测试（后端 14,577 + 前端 7,023）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3143250" y="3857625"/>
              <a:ext cx="762000" cy="9048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13,942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508375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6,867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spec）+ 10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305（57 个文件；目标 ≤200），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数据来源：2026-10-24 实测（v1.18.1）· 后端 14,577 / 前端 7,023 用例（329 文件）· 覆盖率 100% · 视觉回归 10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70" name="version-cards"/>
          <p:cNvGrpSpPr/>
          <p:nvPr/>
        </p:nvGrpSpPr>
        <p:grpSpPr>
          <a:xfrm>
            <a:off x="762000" y="2281238"/>
            <a:ext cx="10668000" cy="3776662"/>
            <a:chOff x="762000" y="2281238"/>
            <a:chExt cx="10668000" cy="3776662"/>
          </a:xfrm>
        </p:grpSpPr>
        <p:sp>
          <p:nvSpPr>
            <p:cNvPr id="7" name="Rectangle 7"/>
            <p:cNvSpPr/>
            <p:nvPr/>
          </p:nvSpPr>
          <p:spPr>
            <a:xfrm>
              <a:off x="762000" y="2281238"/>
              <a:ext cx="1996440" cy="2752725"/>
            </a:xfrm>
            <a:prstGeom prst="roundRect">
              <a:avLst>
                <a:gd name="adj" fmla="val 19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281238"/>
              <a:ext cx="199644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719388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98788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33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265488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465512"/>
              <a:ext cx="15794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菜单源 v2 + 系统管理 6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665538"/>
              <a:ext cx="16099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聚合页 + Ctrl+K 菜单搜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865562"/>
              <a:ext cx="1564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索 / 收藏 / 最近访问；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065588"/>
              <a:ext cx="15568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旧路由与权限包 key 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426561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兼容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2929890" y="2281238"/>
              <a:ext cx="1996440" cy="2752725"/>
            </a:xfrm>
            <a:prstGeom prst="roundRect">
              <a:avLst>
                <a:gd name="adj" fmla="val 19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2929890" y="2281238"/>
              <a:ext cx="199644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131439" y="2719388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133725" y="2998788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139440" y="3333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248025" y="3265488"/>
              <a:ext cx="1647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248025" y="346551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影像库对比 / 消费帮扶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248025" y="3665538"/>
              <a:ext cx="15673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 / 经费凭证 OCR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248025" y="3865562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报表组合导出 / 7 板块折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248025" y="40655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叠 / 大屏退出；删遗留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248025" y="4265612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表与下线页面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097780" y="2281238"/>
              <a:ext cx="1996440" cy="2752725"/>
            </a:xfrm>
            <a:prstGeom prst="roundRect">
              <a:avLst>
                <a:gd name="adj" fmla="val 19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5097780" y="2281238"/>
              <a:ext cx="199644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299329" y="2519362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301615" y="2798762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0733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415915" y="3065462"/>
              <a:ext cx="1660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415915" y="3265488"/>
              <a:ext cx="1195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显示偏好 4 档 +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415915" y="3465512"/>
              <a:ext cx="15545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 升级 + 全局组件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415915" y="3665538"/>
              <a:ext cx="16021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类/6 通用组件 + 侧栏金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415915" y="3865562"/>
              <a:ext cx="15116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色竖条/浮层/面包屑 +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415915" y="4065588"/>
              <a:ext cx="16038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 KPI + 大屏三层/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415915" y="4265612"/>
              <a:ext cx="1624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距离字号/轮播 + 视觉回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415915" y="446563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归门禁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265670" y="2281238"/>
              <a:ext cx="1996440" cy="2752725"/>
            </a:xfrm>
            <a:prstGeom prst="roundRect">
              <a:avLst>
                <a:gd name="adj" fmla="val 19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7265670" y="2281238"/>
              <a:ext cx="199644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467219" y="2619375"/>
              <a:ext cx="136717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v1.15.12/14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469505" y="28987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475220" y="32289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583805" y="3165475"/>
              <a:ext cx="16790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R33 单位授权：上级配置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583805" y="3365500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授权包 → 签名下发 →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583805" y="3565525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下级验签导入只读执行；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583805" y="3765550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v1.15.14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583805" y="3965575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effectiveness_evaluations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583805" y="4165600"/>
              <a:ext cx="16140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FK 重建迁移 + 冗余退码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583805" y="43656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清理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433560" y="2281238"/>
              <a:ext cx="1996440" cy="2752725"/>
            </a:xfrm>
            <a:prstGeom prst="roundRect">
              <a:avLst>
                <a:gd name="adj" fmla="val 19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9433560" y="2281238"/>
              <a:ext cx="199644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9635109" y="2519362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637395" y="2798762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64311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751695" y="3065462"/>
              <a:ext cx="1545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9751695" y="3265488"/>
              <a:ext cx="1624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品牌区 20px/800、工作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751695" y="3465512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台板块级、表格规范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751695" y="3665538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117/117、筛选栏 4 档、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751695" y="3865562"/>
              <a:ext cx="1410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PageHeader 31 页、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751695" y="4065588"/>
              <a:ext cx="15493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ui-refine.scss；一户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751695" y="4265612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一档入口迁入帮扶村年度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751695" y="446563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数据页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净效果：14,577 后端用例（行+分支覆盖率 100%）+ 7,023 前端用例全绿（329 文件）+ 三层对齐门禁 + 10 页视觉回归基线；Windows x64 与麒麟 ARM64 离线安装包由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71" name="TextBox 7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v1.18.1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14,577 后端用例 + 7,023 前端用例全绿守护 · 三层对齐门禁 · 10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2026-10-25T04:26:06Z</dcterms:created>
  <dcterms:modified xsi:type="dcterms:W3CDTF">2026-10-25T04:26:06Z</dcterms:modified>
  <cp:category/>
  <cp:contentStatus/>
</cp:coreProperties>
</file>