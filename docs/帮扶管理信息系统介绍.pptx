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1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notesMasterIdLst>
    <p:notesMasterId r:id="rId5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13942</c:v>
                </c:pt>
                <c:pt idx="1">
                  <c:v>6867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V1.17.2  |  2026-10-24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UI v2.0 · R35 精细化 · 分层设计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六大板块 · 一户一档入口迁移 · 影像库/消费帮扶/OCR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20,809 项自动化测试 · 视觉回归 · CI/CD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13,942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6,867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 key（含 16 legacy）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 路由模块（55 顶层 + 5 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107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后端服务文件（5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122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数据表（模型计数）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数据来源：2026-10-24（v1.17.2）—— 后端 14,404 用例（1 skipped）/ 行+分支 100%；前端 329 文件 / 6,995 用例（12 组 glob 100%）；UI 主题 3 套 · 显示偏好 4 档 · R35 表格规范 117/117 · 硬编码色 154（棘轮 154/154）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设计系统：主题 3 套 + 显示偏好 4 档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UI 精细化（方案 C）：品牌区 / 表格 / 筛选栏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四层架构与前后端工程结构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 Token（3 套主题 · 显示偏好 4 档）+ R35 精细化层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 个视图 · 32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个路由模块（55 顶层 + 5 子包）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107 个服务（5 个子包）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Alembic（54 版本单 head）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122 张表 · 54 个迁移版本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54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 个业务视图（37 个功能目录）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个共享组件（含 common/ 6 个 UI v2 通用组件）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个 Pinia store + 15 个组合式函数（含 useUiPrefs 显示偏好）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个 SCSS：tokens 单源 + 全局模板（card/states/dialog/ui-v2/ui-refine…）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331 个测试文件 / 6,867 个用例（12 组 glob 100%）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v2 菜单单一源：侧栏 / 移动端 / 权限面板全部数据驱动（Ctrl+K / 收藏 / 最近访问）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tokens.scss：主色阶 50→900、卡片边框、两级阴影、三档圆角、字号 calc 缩放、行高 1.6、tabular-nums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 5→3：军绿默认 / 深色大屏 / 户外高对比；旧值自动迁移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显示偏好 4 档：字号 / 密度 / 高对比 / 简化（localStorage ui:prefs）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全局类 6 组 + 通用组件 6 个，新页面直接套用（组件为可选增强）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视觉回归门禁：ui-tokens 契约测试 + 10 个关键页面 DOM 结构基线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设计系统：庄重 × 高效 × 低负担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色彩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军绿主色阶 50/100/500/600/700/900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金色仅三用：板块竖条 / 数据高亮 / 表头底线（≤5%）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页面提亮 #f5f7f5 + 卡片边框 #e5e9e6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64992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93592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66160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圆角 3 档：卡片 8 / 控件 6 / 胶囊 999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阴影 2 档：--shadow-card / --shadow-pop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侧栏深绿渐变 + 当前板块金色竖条，表格去斑马纹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01384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73952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档字号全部 calc × --font-scale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正文行高 1.6，标题 1.25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数字全站 tabular-nums，列对齐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0576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09176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381744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全局类：.app-card / .app-stat-card / 三件套 / 工具条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通用组件 6 个：PageHeader / StatCard / Empty / Loading / Error / TableToolbar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对话框三档宽度 480/720/960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74552" cy="1234440"/>
          </a:xfrm>
          <a:prstGeom prst="roundRect">
            <a:avLst>
              <a:gd name="adj" fmla="val 5185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9808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颜色只用 var(--token)：硬编码色棘轮只降不升（基线 345 → 当前 305（57 个文件），目标 ≤200，改动文件零新增）；设计 Token 单源 tokens.scss，全局模板样式集中在 styles/components/*.scss；视觉回归基线可在 CI 稳定运行。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 3 套 × 显示偏好 4 档：一套系统适配所有场景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主题（5 → 3 套）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军绿（默认，:root 无 data-theme）：日常办公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深色大屏 dark-bigscreen：会议室大屏专用（大屏页强制）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户外高对比 outdoor：强光 / 低视力，字号 ×1.5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旧值 light / military / dark / high-contrast 由 normalizeTheme 自动迁移，历史用户不失效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入口：顶栏主题切换器 + 头像下拉「外观设置」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显示偏好（localStorage ui:prefs）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字号：紧凑 / 标准 / 大号（×0.92 / ×1 / ×1.12）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密度：舒适 / 紧凑（表格行高 44 / 34px）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高对比：文字/边框加深、卡片去阴影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简化模式：隐藏趋势箭头/辅助说明/高级字段，保留主操作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&lt;html data-font-size/density/contrast/simplify&gt; 四属性驱动，useUiPrefs 唯一读写入口；损坏数据回退默认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外观设置面板即时生效并持久化，可一键恢复默认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侧栏：当前板块金色竖条 · 收起态 hover/键盘浮层 · 面包屑「板块 › 页面」 · Ctrl+K 命令面板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UI 精细化：方案 C（v1.15.15）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视觉层级与品牌区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侧栏品牌名 20px/800 单行（logo 36px、侧栏头 64px），与板块标题 18px 形成正确层级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工作台提升为板块级入口：18px/700 + Home 图标，与七大板块标题同构，消除字号与图标倒挂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 8px 栅格：.page-container 内边距 16px、块间距 16px；768px 以下收 12px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侧栏金色竖条 / 收起态浮层 / 面包屑延续 UI v2.0；金色仅三用、面积 ≤5%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表格与筛选栏规范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全站 el-table border 117/117；序号列 72px（25/25）、选择列 48px（10/10）、操作列 fixed=right（67/67）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筛选栏 4 档宽度：input 220 / select 160 / date 240 / number 120；114 处行内宽度清理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搜索/重置按钮图标统一：24 文件 / 40 个按钮（搜索 28 + 重置 27，筛选栏 100% 覆盖）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共享 PageHeader：19 个列表页接入，全站使用页 12 → 31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ui-refine.scss：筛选栏 / 表格 / 8px 栅格 / 响应式断点（1200 · 992 · 768），全部走设计 token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质量门禁：Token 契约测试 + 10 页视觉回归基线；lint / vue-tsc 0 告警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v1.16.0：系统管理梳理 + 危险操作硬化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系统管理与安全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个聚合页改「左分组 + 右内容」，30 个 tab 按语义归组；纯呈现层，不改菜单 key / tab path / 权限 / ?tab= 深链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危险操作两档确认（useDangerConfirm）；重置他人密码必须手工输入目标用户名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四类危险操作强制审计：删除组织 / 恢复备份 / 轮换密钥 / 管理员重置密码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权限抽屉「生效概览」：角色 + 数据范围 + 菜单来源一屏可见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设备与授权中心：机器码 / 通行码批量复制，直达单位授权配置与导入授权包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备份权限：普通用户可创建备份，下载 / 恢复 / 删除仍限管理员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离线能力与门禁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离线瓦片地图：Leaflet 栅格瓦片，瓦片包构建机预置并进安装包；npm run tiles:verify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密钥跨机迁移：/system/pii-key 查看指纹 / 导出 / 导入（只记指纹不记密钥本体）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ARM64 离线 OCR 出包门禁：真实识别冒烟 + 载荷断言，保持零外部依赖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新门禁：console tab ↔ TAB_COMPONENTS 双向一致、文档数字漂移、安全审计覆盖棘轮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修复：R33 单位授权两个 tab 因漏加组件映射而不可见（契约 28 → 30）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本版移出 R35 删表迁移：升级演练暴露数据丢失 / 升级中断风险，schema 维持 r34 head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v1.17.2：端到端排查 —— 单测绿、真机废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两个真机缺陷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组织创建恒 422：OrganizationCreate 漏 code 字段，端点直读 data.code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单测用 MagicMock 传 data 不会暴露 → 新装机器无法创建任何组织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系统自检恒 404：后端注册在 /api/v1/self-check，前端调 /api/v1/system/self-check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两者都属「测试全绿、真机全废」，覆盖率 100% 也拦不住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修法：code 必填 6 位；自检改为经 system 包聚合注册并删除根级重复注册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排查方法与防回归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隔离实例（独立 DB + 独立端口）走真实 HTTP 全链路：登录→强制改密→CSRF→组织树→数据包→自检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 TestClient 契约测试 8 例，锁定「缺 code/短码/非数字码 → 422」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路径契约用例：断言前端 selfCheck.ts 与后端路由一致，根级不存在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全仓契约审计：412 条前端路径 vs 720 条后端路由，零错位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死代码清理：6 个未接入组件 + barrel + 3 个一次性脚本（ErrorBoundary 经核实仍在用）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107 个服务：资金 / 项目 / 数据包 / 审批 / 一户一档 / OCR…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387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新模块坚守：EncryptedText PII（一户一档）、软删必带 is_active、数据域 get_org_scope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数据层：64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64 个模型文件 / 122 张表：村、一户一档、项目、资金、影像、消费台账…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数据迁移：+5 新表（households 三表 / photo_archives / consumption_records），−4 旧表（villages/villagers/industries/sentiment_news）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 54 版本单 head（init.sql 已删除）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一个工作台 + 六大板块 · 104 个菜单 key（16 legacy）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一户一档 / 影像库 / 消费帮扶 三新模块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经费凭证 OCR · 报表模板组合导出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 切换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功能地图：一个工作台 + 六大板块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58368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固定首位 · 板块级入口（R35）：KPI 卡 · 待办聚合 · 快捷操作 · 年度趋势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8368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dashboard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46704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47872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547872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板块（含一户一档入口）· 项目全周期 · 经费台账/申请/资金周期 · 结对/捐赠/政策/移交 · 消费帮扶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7872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households / funds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236208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37376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乡村振兴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437376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工作首页 · 工作列表（驻村工作台已于 v1.14.0 下线）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37376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rural-works / rural-works-list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25712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326880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工作协同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9326880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 · 审批管理（总览/待审批/我的申请/历史）· 日历 · 提醒 · 消息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326880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todos / approval / reminder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8368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分析汇报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58368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 · 数据分析（仪表盘/地图/工作分析/成效排名评估）· 报表模板/导出 · 影像库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bigscreen / analytics / media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346704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547872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数据管理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3547872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概览 · 导入导出 · 数据包与批量导入 · 数据校验（三 Tab）· 综合录入 · 批量操作 · 数据上报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547872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data-package / data-upload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37376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437376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聚合页：组织与权限（含 R33 单位授权）/安全与审计/运维与监控/备份与存储/系统设置/关于与反馈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37376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system-console-*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614476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菜单单一源（后端 v2）：6 板块 / 104 key / 84 路径 / 16 legacy · Ctrl+K 菜单搜索 · 收藏 / 最近访问 · 权限包三级裁剪 · 旧路由全部保留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个人工作台（UI v2.0）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统计卡 .app-stat-card：数值 28/700 tabular-nums、趋势箭头 up/down，60s 自动刷新 + 手动刷新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待办清单：待审批 / 待办任务 / 未读消息，按优先级与到期排序、一键直达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拖拽）+ 图表年度趋势（资金 / 项目双轴）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方案 C：工作台提升为板块级入口（18px/700 + Home 图标），与六大板块标题同构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状态三件套统一：加载 .app-loading / 空态 .app-empty / 错误 .app-error（带重试）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角色裁剪：viewer 只见只读面板；工作台布局可预设/保存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信息层级与可视化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主图表在前，辅助信息（趋势箭头/说明）用 .stat-trend/.list-hint，简化模式自动隐藏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可点卡片 role="button" tabindex="0" + 键盘事件，键盘全流程可达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数字列等宽、表头浅主色 + 金色底线、去斑马纹（全局表格规范）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图表主题随设计 Token（军绿科技风），空数据不出现“白板图”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大屏入口：全屏汇报 + 按帮扶村/学校/单位筛选下钻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v1.15.15 起一户一档入口迁入本页：年度数据管理首卡按村预筛选；侧栏入口移除，菜单 key households 转 legacy（权限包/深链兼容）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模板按板块导入；整村档案可导出（脱敏可选），支撑向上汇报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一户一档：从“一村一档”细到“一户一档”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户档案与成员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户主 / 户编号 / 户类型（一般户 / 脱贫户 / 监测户）/ 风险类型与等级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帮扶责任人 + 联系电话（PII 透明加密，ADR-0005）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家庭成员：关系 / 身份证（加密）/ 健康 / 就业 / 个人年收入 / 兜底保障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走访挂户：走访记录关联到户，自动回写“最近走访日期”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台账导出 xlsx / csv（含成员数、风险等级）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风险预警与汇总回填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连续未走访 &gt;90 天且非一般户 → 中风险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大病 / 住房不安全 / 突发困难 → 高风险（逐项独立命中）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预警实时计算不落库；可一键登记风险记录并关闭闭环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一键汇总回填帮扶村年度人口：总户数 / 总人口 / 脱贫户 / 监测户（幂等 upsert）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数据域沿用：普通用户本人、管理员本组织及子树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新增三表 + /households/* API（15 端点）；v1.15.15 入口迁入帮扶村年度数据页（路由 menuKey=villages，key households 转 legacy）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凭证 OCR（v1.14.0）：拍照识别金额/日期回填，离线引擎不可用时降级手工录入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经费凭证 OCR：拍一张，金额日期自动填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上传凭证图片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29184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342900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离线识别（CPU）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626364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回填金额 / 日期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961120" y="1828800"/>
            <a:ext cx="2880360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4" name="Text 12"/>
          <p:cNvSpPr/>
          <p:nvPr/>
        </p:nvSpPr>
        <p:spPr>
          <a:xfrm>
            <a:off x="909828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人工核对保存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9808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识别能力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49808" y="379476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离线引擎 rapidocr-onnxruntime 1.4.4（CPU / 中英文 / 不联网）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金额：￥ / ¥ / 元 / 千分位 / 小数；日期：YYYY-MM-DD / YYYY年M月D日 / YYYY/MM/DD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返回 text / amount / date / confidence / engine，结果自动回填录入项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320040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降级与安全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379476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引擎不可用 → 503 + 前端提示手工录入，不阻断经费业务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图片限长 10MB；空内容 / 非图片 → 400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安装包内置 OCR 模型；ARM64 构建过滤降级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消费帮扶台账：逐笔记录帮销成果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台账要素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品类：农产品 / 畜禽 / 手工 / 其他；产品名称与数量单位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成交金额（元，必填）、采购方（单位）、供货方及类型（农户 / 合作社 / 企业）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年度（必填）、成交日期、凭证文件、备注；可关联帮扶村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新建 / 编辑 / 软删除；按年度 / 品类 / 村 / 关键词筛选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统计与导出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年度统计：总金额 / 记录笔数 / 按品类分布 / 按村分布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台账导出 xlsx / csv（按当前筛选条件）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与帮扶村年度数据第 8 板块「消费帮扶」区分：年度板块按村按年统计，本台账逐笔记账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替换已下线的舆情监测；旧菜单 key sentiment 仅保留权限兼容、不再有导航入口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consumption_records 表 + /consumption/* API（6 端点）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链路校验（v1.14.0）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「下级生成上报包 → 上级接收 / 导入 → 数据列表可见」整条链路已补端到端集成测试并修复断点；上报协议、端点与请求/响应结构不变，升级后建议做一次完整上报+接收演练。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数据上报链路：下级打包 → 上级接收 → 数据可见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下级录入数据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68296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78024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生成上报包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9392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上级接收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0488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300216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字段级校验纠正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01584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211312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预览确认入库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12680" y="1828800"/>
            <a:ext cx="2011680" cy="86868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22408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数据列表可见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548640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链路要素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3749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上报包：ZIP + manifest.json（组织/记录数/校验和/增量基准）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上报范围：普通用户仅本人录入，管理员为全组织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接收端：仅管理员可校验 / 接收 / 导入 / 确认入库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自动字段级校验：ok / corrected / rejected 三级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3154680"/>
            <a:ext cx="548640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56248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交付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56248" y="3749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补端到端集成测试并修复链路断点：生成 → 接收 → 导入 → 列表可见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上报协议与端点路径、请求/响应结构均未改变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升级后建议按用户手册做一次完整上报 + 接收演练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报表模板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任意字段组合 + xlsx/csv/docx/pdf 导出 + 打印（v1.14.0 增强）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全屏汇报模式，支持按帮扶村/学校/单位筛选下钻；顶部可退出大屏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影像库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现场照片归档 + EXIF/GPS 自动归类 + 多期对比图（v1.14.0 新增）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汇报大屏：三层结构 · 距离字号 · 自动轮播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196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标题时间条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11880" y="1819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标题 + 当前时间 + 距离档（3m/6m/10m）+ 自动轮播/暂停 + 退出大屏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" y="31455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KPI 大数字区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11880" y="314553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核心指标大数字（--bs-kpi-size 随距离档缩放），轮播时高亮当前数据视角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34340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47141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图表区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447141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2–3 列图表（资金/项目/成效），支持按帮扶村/学校/单位筛选下钻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5623560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" y="5742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距离字号分档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6035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data-bigscreen-distance：3m（22/32）· 6m（28/40，默认）· 10m（36/56），仅大屏页生效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89320" y="5623560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0" y="5742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自动轮播与退出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6035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默认关闭；开启后 15s 在 KPI 组 ↔ 图表组间切换，可暂停/继续/关闭（卸载清理定时器）；退出先退全屏再回工作台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报表模板：任意字段组合 · 四种格式 · 一键打印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字段自由组合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按模块读取可用字段（available-fields），勾选需要的列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按字段映射保存为报表模板（模板可复用、可下发）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导出前可预览数据，确认无误再生成文件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保留原有模板导入 / 下载能力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多格式导出与打印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格式：xlsx / csv / docx / pdf（单次上限 5000 行）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复用 report_export_service，PDF 用 reportlab 内置中文字体（不依赖系统字体）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打印：先取 print-data（JSON），再走浏览器打印样式，适合 A4 台账上报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组织数据域沿用模板既有逻辑，导出结果与列表筛选一致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POST /report-templates/{id}/export 与 GET /report-templates/{id}/print-data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影像库：照片归档 + 多期对比，现场变化看得见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归档与自动归类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上传后登记归档：关联帮扶村 / 学校 / 项目（三选一或空）+ 标签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自动解析 EXIF：拍摄时间（DateTimeOriginal）与 GPS 坐标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GPS ≤5km 就近自动匹配帮扶村；无 EXIF 时标记为手工来源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拍摄点标识 spot_key（默认 GPS 量化串）：同一拍摄点多期照片自动分组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按村 / 校 / 项目 / 标签 / 日期区间筛选；删除为软删除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多期对比图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选同一拍摄点的多张照片，一键生成 PNG 对比图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≤3 张横排；≥4 张按 2 列排列；每张下方标注拍摄日期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单次最多 9 张，可下载留存，用于汇报与验收举证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图片只允许读取上传目录内文件，防路径穿越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photo_archives 表 + /media/photos/* API（7 端点，含对比图合成与下载）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组织与权限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 · 角色管理 · 菜单管理 · 权限包管理 · 组织机构 · 单位授权（R33）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安全与审计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安全审计 · 零信任 · 密钥管理 · 数据分级 · 加密设置 · 机器码管理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运维与监控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系统总览 · 健康检查 · 系统监控 · 缓存管理 · 后台任务 · 运行环境 · 错误上报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备份与存储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备份管理 · 分片上传 · 地图瓦片 · 管控配置包 · 系统配置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系统设置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更新日志（v1.14.0 起多语言 / 邮件设置已下线）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关于与反馈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关于系统 · 反馈管理 · 帮助中心 · 管理面板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统一入口 + 页内 Tab：旧页面/旧路由全保留，菜单 key 与权限包全兼容（下线 key 仅权限兼容）；v1.15.0 外观设置收在头像下拉；v1.15.12 起组织与权限含 R33 单位授权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R33 单位授权：上级下发授权包 · 下级只读执行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菜单单一源（后端 v2：板块→入口→Tab）；可见性三级裁剪：角色默认 → 权限包 → 用户级配置；公开模块全角色一致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电话类（含一户一档 helper_phone / id_card，v1.14.0 起替换 villagers 两列）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20,809 项自动化测试（后端 13,942 + 前端 6,867）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41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6692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数据来源：2026-10-24 实测（v1.17.2）· 后端 14,404 / 前端 6,995 用例（329 文件）· 覆盖率 100% · 视觉回归 10 页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 E2E 154+ 例（17 个 spec）+ 10 个关键页面视觉回归基线（DOM 结构快照，不比对像素）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Token 契约测试：主题 3 套 / 显示偏好 4 档 / 大屏字号档 / 全局类存在性 + R35 表格规范 117/117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硬编码色棘轮只降不升：基线 345 → 当前 305（57 个文件；目标 ≤200），改动文件零新增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PR/推 main：后端 12 段独立进程测试（--cov-append 合并、覆盖率 100% 硬门禁）+ 前端测试 + flake8/bandit + 静态门禁 + Codecov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每日全量：后端同口径 6 段 + 前端全量 + 质量报告（JUnit / HTML 覆盖率报告）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自动构建：发布门禁（tag commit 的 PR Checks 必须全绿）→ Windows NSIS + 麒麟双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安装包冒烟：解包直跑后端断言 /health + 包内禁含测试资产 + 构建指纹 builder=ci；SHA256SUMS 随 Release 附带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三种部署形态对比（v1.15.15 发布资产）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v1.13.0 → v1.15.15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46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~272.8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~196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~58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2026-10-20 v1.15.15 实测体积；全部形态离线可用，安装包内含 VC++ 运行库与 Python 运行时，目标机器零预装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版本历程：持续的密集演进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v1.13.0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导航架构重构：后端单一菜单源 v2 + 系统管理 6 聚合页 + Ctrl+K 菜单搜索 / 收藏 / 最近访问；旧路由与权限包 key 全兼容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功能大迭代：一户一档 / 影像库对比 / 消费帮扶台账 / 经费凭证 OCR / 报表组合导出 / 7 板块折叠 / 大屏退出；删遗留表与下线页面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重构：主题 3 套 + 显示偏好 4 档 + Token 升级 + 全局组件类/6 通用组件 + 侧栏金色竖条/浮层/面包屑 + 工作台 KPI + 大屏三层/距离字号/轮播 + 视觉回归门禁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v1.15.12/14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R33 单位授权：上级配置授权包 → 签名下发 → 下级验签导入只读执行；v1.15.14 effectiveness_evaluations FK 重建迁移 + 冗余退码清理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10-20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UI 精细化方案 C：品牌区 20px/800、工作台板块级、表格规范 117/117、筛选栏 4 档、PageHeader 31 页、ui-refine.scss；一户一档入口迁入帮扶村年度数据页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净效果：13,942 后端用例（行+分支覆盖率 100%）+ 6,867 前端用例全绿（331 文件）+ 10 页视觉回归基线；Windows x64 与麒麟 ARM64 离线安装包由 GitHub Actions 自动构建并发布 Release（发布前强制校验 tag commit 的 PR Checks 全绿）</a:t>
            </a:r>
            <a:endParaRPr lang="en-US" sz="13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与视觉回归扩充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154+ 例稳定运行；像素级截图基线接入 nightly；UI v2.0 二期把硬编码色收敛到 ≤200 处</a:t>
            </a:r>
            <a:endParaRPr lang="en-US" sz="11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v1.17.2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13,942 后端用例 + 6,867 前端用例全绿守护 · 10 页视觉回归基线 ·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2026-10-24T04:40:08Z</dcterms:created>
  <dcterms:modified xsi:type="dcterms:W3CDTF">2026-10-24T04:40:08Z</dcterms:modified>
</cp:coreProperties>
</file>