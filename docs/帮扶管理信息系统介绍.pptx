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13942</c:v>
                </c:pt>
                <c:pt idx="1">
                  <c:v>6867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V1.18.1  |  2026-10-24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· R35 精细化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一户一档入口迁移 · 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21,600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14,577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7,023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16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路由模块（52 顶层 + 5 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112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后端服务文件（5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数据表（模型计数）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数据来源：2026-10-24（v1.18.1）—— 后端 14,577 用例（1 skipped）/ 行+分支 100%；前端 329 文件 / 7,023 用例（12 组 glob 100%）；UI 主题 3 套 · 显示偏好 4 档 · R35 表格规范 117/117 · 硬编码色 154（棘轮 154/154）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精细化（方案 C）：品牌区 / 表格 / 筛选栏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档）+ R35 精细化层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 个路由模块（+ 5 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112 个服务（5 个子包）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Alembic（62 版本单 head）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 张表 · 62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54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144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 SCSS：tokens 单源 + 全局模板（card/states/dialog/ui-v2/ui-refine…）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329 个测试文件 / 7,023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精细化：方案 C（v1.15.15）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视觉层级与品牌区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侧栏品牌名 20px/800 单行（logo 36px、侧栏头 64px），与板块标题 18px 形成正确层级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工作台提升为板块级入口：18px/700 + Home 图标，与七大板块标题同构，消除字号与图标倒挂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8px 栅格：.page-container 内边距 16px、块间距 16px；768px 以下收 12px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侧栏金色竖条 / 收起态浮层 / 面包屑延续 UI v2.0；金色仅三用、面积 ≤5%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表格与筛选栏规范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全站 el-table border 117/117；序号列 72px（25/25）、选择列 48px（10/10）、操作列 fixed=right（67/67）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筛选栏 4 档宽度：input 220 / select 160 / date 240 / number 120；114 处行内宽度清理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搜索/重置按钮图标统一：24 文件 / 40 个按钮（搜索 28 + 重置 27，筛选栏 100% 覆盖）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 PageHeader：19 个列表页接入，全站使用页 12 → 31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ui-refine.scss：筛选栏 / 表格 / 8px 栅格 / 响应式断点（1200 · 992 · 768），全部走设计 token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质量门禁：Token 契约测试 + 10 页视觉回归基线；lint / vue-tsc 0 告警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v1.16.0：系统管理梳理 + 危险操作硬化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系统管理与安全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个聚合页改「左分组 + 右内容」，30 个 tab 按语义归组；纯呈现层，不改菜单 key / tab path / 权限 / ?tab= 深链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危险操作两档确认（useDangerConfirm）；重置他人密码必须手工输入目标用户名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四类危险操作强制审计：删除组织 / 恢复备份 / 轮换密钥 / 管理员重置密码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权限抽屉「生效概览」：角色 + 数据范围 + 菜单来源一屏可见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设备与授权中心：机器码 / 通行码批量复制，直达单位授权配置与导入授权包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备份权限：普通用户可创建备份，下载 / 恢复 / 删除仍限管理员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离线能力与门禁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离线瓦片地图：Leaflet 栅格瓦片，瓦片包构建机预置并进安装包；npm run tiles:verify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密钥跨机迁移：/system/pii-key 查看指纹 / 导出 / 导入（只记指纹不记密钥本体）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ARM64 离线 OCR 出包门禁：真实识别冒烟 + 载荷断言，保持零外部依赖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新门禁：console tab ↔ TAB_COMPONENTS 双向一致、文档数字漂移、安全审计覆盖棘轮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三层对齐门禁：前端 API 路径 ↔ 后端路由、ORM 模型 ↔ 数据库 schema、前后端字段，一次跑通三轴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修复：R33 单位授权两个 tab 因漏加组件映射而不可见（契约 28 → 30）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本版移出 R35 删表迁移：升级演练暴露数据丢失 / 升级中断风险，schema 维持 r34 head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v1.17.2：端到端排查 —— 单测绿、真机废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两个真机缺陷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组织创建恒 422：OrganizationCreate 漏 code 字段，端点直读 data.code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单测用 MagicMock 传 data 不会暴露 → 新装机器无法创建任何组织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系统自检恒 404：后端注册在 /api/v1/self-check，前端调 /api/v1/system/self-check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两者都属「测试全绿、真机全废」，覆盖率 100% 也拦不住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修法：code 必填 6 位；自检改为经 system 包聚合注册并删除根级重复注册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排查方法与防回归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隔离实例（独立 DB + 独立端口）走真实 HTTP 全链路：登录→强制改密→CSRF→组织树→数据包→自检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TestClient 契约测试 8 例，锁定「缺 code/短码/非数字码 → 422」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路径契约用例：断言前端 selfCheck.ts 与后端路由一致，根级不存在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全仓契约审计：412 条前端路径 vs 720 条后端路由，零错位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死代码清理：6 个未接入组件 + barrel + 3 个一次性脚本（ErrorBoundary 经核实仍在用）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v1.17.3：安装包可用性 —— 只在真机出现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两处真机缺陷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打包后端找不到前端 → 桌面白屏：onedir 布局 _MEIPASS = _internal，前端在 &lt;resources&gt;/frontend（与 backend 同级）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原候选表缺「自 _MEIPASS 上溯三级」：漏传 FRONTEND_DIST_PATH 时访问 / 返回 404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启动日志误报「关键文件缺失」：对 4 个 .py 做存在性检查，打包后源码已编译进 exe → 每次刷 4 条 WARNING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修法：新增两条目录候选（_MEIPASS 上溯三级 / 冻结 exe 上溯四级）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修法：sys.frozen 时跳过源码检查并记 INFO，开发态逻辑原样保留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离线安装包实测（空 %APPDATA%）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自动建库：data / data_sync / uploads / archives / cache / logs / offline_tiles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/health 200，status=ok，migration.at_head=true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出厂口令登录 200，must_change_password=true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访问 / 修复后 200 且含 id=app（修复前 404）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启动日志不再出现「关键文件缺失」误报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结论：空环境首装即可用，不依赖外部环境变量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v1.18.1：登录门面与门禁真绿复验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登录页重构（务实优先）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注册入口死链：SELF_REGISTER_MODE 默认 off，而前端从未调用已存在的 public-config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修法：按 public_config 显隐，取不到配置即隐藏（fail-closed），不给必然失败的按钮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锁定/限流可见化：423/429 显示倒计时并禁用按钮（后端透出 lockout_minutes / max_failed_attempts）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失败即清空密码并聚焦；CapsLock 提示；2FA 满 6 位自动提交（防重复触发）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 12 张 3.51MB 轮播 → 1 张静态（-3.16MB）：首屏更快、气质更庄重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顺带修：authStore 读 data.message 而非 detail → 后端中文错误文案全部丢失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门禁真绿：从「段数通过」到「阈值生效」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backend/.coveragerc 被误删 → fail_under=100 静默失效，12/12 段「通过」实为 99%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恢复配置后补齐 7 处缺口：repr×2 / 备份元信息 / 增量指纹 / 无组织字段模型 / 单位码 409 / 临时包清理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模型↔库漂移：r42 迁移要求 tea、cactus 改名为 supported_village_id，模型没跟上 → 已对齐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调度器断言口径：R36 新增 _schedule_backup_catchup，旧计数漏算 → 改通用正则匹配</a:t>
            </a:r>
            <a:endParaRPr lang="en-US" sz="11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结果：后端 12/12 段 + 100.00%（0 缺失 / 0 分支）、前端 332 文件 / 7,023 用例 + 四项 100%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107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118 张表：村、一户一档、项目、资金、影像、消费台账…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 62 版本单 head（init.sql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104 个菜单 key（16 legacy）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 · 板块级入口（R35）：KPI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板块（含一户一档入口）·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聚合页：组织与权限（含 R33 单位授权）/安全与审计/运维与监控/备份与存储/系统设置/关于与反馈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v2）：6 板块 / 104 key / 84 路径 / 16 legacy · Ctrl+K 菜单搜索 · 收藏 / 最近访问 · 权限包三级裁剪 · 旧路由全部保留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方案 C：工作台提升为板块级入口（18px/700 + Home 图标），与六大板块标题同构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 起一户一档入口迁入本页：年度数据管理首卡按村预筛选；侧栏入口移除，菜单 key households 转 legacy（权限包/深链兼容）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新增三表 + /households/* API（15 端点）；v1.15.15 入口迁入帮扶村年度数据页（路由 menuKey=villages，key households 转 legacy）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 · 单位授权（R33）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外观设置收在头像下拉；v1.15.12 起组织与权限含 R33 单位授权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单位授权：上级下发授权包 · 下级只读执行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21,600 项自动化测试（后端 14,577 + 前端 7,023）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数据来源：2026-10-24 实测（v1.18.1）· 后端 14,577 / 前端 7,023 用例（329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 + R35 表格规范 117/117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PR/推 main：后端 12 段独立进程测试（--cov-append 合并、覆盖率 100% 硬门禁）+ 前端测试 + flake8/bandit + 静态门禁 + Codecov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每日全量：后端同口径 6 段 + 前端全量 + 质量报告（JUnit / HTML 覆盖率报告）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自动构建：发布门禁（tag commit 的 PR Checks 必须全绿）→ Windows NSIS + 麒麟双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安装包冒烟：解包直跑后端断言 /health + 包内禁含测试资产 + 构建指纹 builder=ci；SHA256SUMS 随 Release 附带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三种部署形态对比（v1.15.15 发布资产）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v1.13.0 → v1.15.15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~272.8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~196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~58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2026-10-20 v1.15.15 实测体积；全部形态离线可用，安装包内含 VC++ 运行库与 Python 运行时，目标机器零预装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v1.15.12/14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R33 单位授权：上级配置授权包 → 签名下发 → 下级验签导入只读执行；v1.15.14 effectiveness_evaluations FK 重建迁移 + 冗余退码清理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R35 UI 精细化方案 C：品牌区 20px/800、工作台板块级、表格规范 117/117、筛选栏 4 档、PageHeader 31 页、ui-refine.scss；一户一档入口迁入帮扶村年度数据页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净效果：14,577 后端用例（行+分支覆盖率 100%）+ 7,023 前端用例全绿（329 文件）+ 三层对齐门禁 + 10 页视觉回归基线；Windows x64 与麒麟 ARM64 离线安装包由 GitHub Actions 自动构建并发布 Release（发布前强制校验 tag commit 的 PR Checks 全绿）</a:t>
            </a:r>
            <a:endParaRPr lang="en-US" sz="13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v1.18.1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14,577 后端用例 + 7,023 前端用例全绿守护 · 三层对齐门禁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2026-10-24T15:54:16Z</dcterms:created>
  <dcterms:modified xsi:type="dcterms:W3CDTF">2026-10-24T15:54:16Z</dcterms:modified>
</cp:coreProperties>
</file>