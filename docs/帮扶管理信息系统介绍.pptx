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10142</c:v>
                </c:pt>
                <c:pt idx="1">
                  <c:v>5691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  |  2026-09-30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17,672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2412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3056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3056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11,548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6,124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7249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路由模块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88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后端服务（80 + 8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782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数据来源：仓库实测（2026-09-30，v1.12.9）—— 后端 11,548 用例全绿 / 覆盖率 100% · 前端 6,124 用例全绿 · flake8 0 · bandit 0 中高危 · vue-tsc 0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44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路由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37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302 个测试文件 · 6,124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6177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57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44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导出：整村档案导出（脱敏可选），支撑向上汇报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33172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51760" y="2578608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2990088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9900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651760" y="3236976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648456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6484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46120" y="23317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15,833 项自动化测试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数据来源：v1.11.2 全量本地实测（2026-08-30）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38404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42048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450592"/>
            <a:ext cx="4297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后端覆盖率门禁 98%（CI 硬阈值）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已知 flaky 用例公开记录，不允许静默重试掩盖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OOM，10GB 防御上限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路径单一来源：以会话引擎/DATABASE_URL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403 六类根因修复 + 弹窗裁切修复 + 5 个 500 端点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架构评估 P0/P1 加固：导出任务重启恢复、导出/备份原子写、备份可恢复性校验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440680"/>
            <a:ext cx="11274552" cy="914400"/>
          </a:xfrm>
          <a:prstGeom prst="roundRect">
            <a:avLst>
              <a:gd name="adj" fmla="val 7000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9808" y="5440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净效果：11,548 后端用例（覆盖率 100%）+ 6,124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11,548 后端用例（覆盖率 100%）+ 6,124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2026-09-17T14:31:07Z</dcterms:created>
  <dcterms:modified xsi:type="dcterms:W3CDTF">2026-09-17T14:31:07Z</dcterms:modified>
</cp:coreProperties>
</file>