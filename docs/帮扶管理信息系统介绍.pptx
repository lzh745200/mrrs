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V1.18.7 | 2026-10-26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数据来源：2026-10-26（v1.18.8）—— 后端 14,722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数据来源：2026-10-26 实测（v1.18.8）·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v1.18.8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14,722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