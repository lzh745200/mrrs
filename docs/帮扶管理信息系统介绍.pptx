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13710</c:v>
                </c:pt>
                <c:pt idx="1">
                  <c:v>6826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v1.15.13  |  2026-10-19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设计系统 · 分层设计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一户一档/影像库/消费帮扶/OCR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万+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13,926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6,865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15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91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后端服务（100+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数据库表（v1.14.0 +5 −4）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数据来源：2026-10-19（v1.15.13）—— 后端 13,926 用例全绿（1 skipped）/ 行+分支 100%；前端 328 文件 / 6,865 用例（12 组 glob 100%）；UI 主题 3 套 · 显示偏好 4 档 · 视觉回归 10 页 · 硬编码色 305（基线 345）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91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115 张表 · 50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个 SCSS：tokens 单源 + components/ 全局模板（card/states/dialog/ui-v2…）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328 个测试文件 / 6,865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305（57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120+ 模型类：村、一户一档、项目、资金、影像、消费台账…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102 个菜单 key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 · 一户一档 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聚合页：组织与权限（含 R33 单位授权）/安全与审计/运维与监控/备份与存储/系统设置/关于与反馈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Ctrl+K 菜单搜索 · 收藏 / 最近访问 · 权限包三级裁剪 · 旧路由全部保留 —— 由后端单一菜单源（v2）贯穿全站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起村下可建「一户一档」：户/成员/风险预警/走访挂户，并可一键汇总回填年度人口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households / household_members / household_risk_records 三表 + /households/* API（15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 · 单位授权（R33）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仅权限兼容）；v1.15.13 外观设置收在头像下拉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19,158 项自动化测试（后端 12,795 + 前端 6,363）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数据来源：2026-10-19 实测（v1.15.13）· 后端 13,926 / 前端 6,865 用例（328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305（57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PR/推 main：后端 12 段独立进程测试（--cov-append 合并、覆盖率 100% 硬门禁）+ 前端测试 + flake8/bandit + 静态门禁 + Codecov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每日全量：后端同口径 6 段 + 前端全量 + 质量报告（JUnit / HTML 覆盖率报告）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自动构建：发布门禁（tag commit 的 PR Checks 必须全绿）→ Windows NSIS + 麒麟双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构建产物：Setup-x64.exe（Windows，含 VC++ 运行库）·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安装包冒烟：解包直跑后端并断言 /health + 包内禁含测试资产 + 构建指纹 builder=ci；SHA256SUMS 随 Release 附带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~286 MB（v1.14.3 实测）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~205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~61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双红根因修复：归档恢复穿越判定去平台化、审批时间轴断言去时区依赖 + 测试会话数据根隔离契约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v1.15.13 UI v2.0 重构 + v1.15.13 安全收官（viewer 严格只读 / 非回环注册 fail-closed / ARM64 发布门禁）+ v1.15.13 R33 单位授权（上级配置·签名包下发·下级验签导入）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净效果：13,926 后端用例（行+分支覆盖率 100%）+ 6,865 前端用例全绿（328 文件）+ 10 页视觉回归基线；Windows x64 与麒麟 ARM64 离线安装包由 GitHub Actions 自动构建并发布 Release（发布前强制校验 tag commit 的 PR Checks 全绿）</a:t>
            </a:r>
            <a:endParaRPr lang="en-US" sz="13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v1.15.13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13,926 后端用例 + 6,865 前端用例全绿守护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2026-10-19T01:35:05Z</dcterms:created>
  <dcterms:modified xsi:type="dcterms:W3CDTF">2026-10-19T01:35:05Z</dcterms:modified>
</cp:coreProperties>
</file>