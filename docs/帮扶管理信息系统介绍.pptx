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11870</c:v>
                </c:pt>
                <c:pt idx="1">
                  <c:v>6287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  |  2026-10-02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17,295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11,870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6,287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后端服务（83 + 7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数据来源：仓库实测（2026-10-02，v1.12.10）—— 后端 11,870 用例全绿 / 覆盖率 100% · 前端 6,287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6,287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数据来源：v1.12.10 全量本地实测（2026-10-02）· 后端与前端覆盖率均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净效果：11,870 后端用例（覆盖率 100%）+ 6,287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11,870 后端用例（覆盖率 100%）+ 6,287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2026-10-02T04:52:14Z</dcterms:created>
  <dcterms:modified xsi:type="dcterms:W3CDTF">2026-10-02T04:52:14Z</dcterms:modified>
</cp:coreProperties>
</file>