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12381</c:v>
                </c:pt>
                <c:pt idx="1">
                  <c:v>6323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V1.12.20  |  2026-10-17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19,476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13067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6409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数据来源：2026-10-17 仓库实测（v1.12.20）—— 后端 13067 用例全绿 / 行+分支覆盖率 100%（branch=True 严格门禁）· 前端 6409 用例全绿 · flake8 0 · bandit 0 中高危 · vue-tsc 0 · eslint 0 警告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303 个测试文件 · 6409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用户增删改、组织树管理（启动钩子自动自愈）、组织删除级联守卫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19,476 项自动化测试（后端 13067 + 前端 6409）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数据来源：2026-10-17 实测（v1.12.20）· 后端 13067 / 前端 6409 用例 · 覆盖率 100%（行+分支）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净效果：13067 后端用例（行+分支覆盖率 100%）+ 6409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v1.12.20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13067 后端用例（行+分支覆盖率 100%）+ 6409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2026-10-08T10:13:59Z</dcterms:created>
  <dcterms:modified xsi:type="dcterms:W3CDTF">2026-10-08T10:13:59Z</dcterms:modified>
</cp:coreProperties>
</file>