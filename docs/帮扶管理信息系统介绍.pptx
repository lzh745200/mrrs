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V1.18.6 | 2026-10-25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22,078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数据来源：2026-10-25（v1.18.6）—— 后端 14,722 用例（0 skipped）/ 行+分支 100%；前端 347 文件 / 7,356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154（棘轮 154/154）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347 个测试文件 / 7,356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+ 10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850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305（57 个文件），目标 ≤200，改动文件零新增）；设计 Token 单源 tokens.scss，全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48888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+ 10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v1.18.6：五版收口要点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68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190166" y="2414588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录入效率包（v1.18.6）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800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306752" y="2732088"/>
              <a:ext cx="27479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表单草稿自动保存：切页 / 刷新不丢输入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0480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306752" y="2979738"/>
              <a:ext cx="26999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Excel 批量粘贴解析：消费台账逐行校验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306752" y="3227388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串行新增 + 失败行号原样回传，不整批回滚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63549" y="44243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性能基座（v1.18.6）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80135" y="4741862"/>
              <a:ext cx="29694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MAX_PAGE_SIZE 统一 200，5 处裸分页收口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080135" y="52371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576382" y="4324350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主题与预设（v1.18.6）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4584382" y="4705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4692968" y="4641850"/>
              <a:ext cx="32005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ECharts 主题改读设计 Token，5 个图表页零改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8418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动跟随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1530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4692968" y="5089525"/>
              <a:ext cx="2318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三档场景预设：标准 / 紧凑 / 演示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400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4692968" y="5337175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首次启动按视口自适应密度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190166" y="4324350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数据与地图（v1.18.3–6）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705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306752" y="4641850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8418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1530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306752" y="5089525"/>
              <a:ext cx="23710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取最细 zoom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400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8306752" y="5337175"/>
              <a:ext cx="26865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bbox 数值校验：拒绝 bool / NaN / ±inf</a:t>
              </a:r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22,078 项自动化测试（后端 14,722 + 前端 7,356）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spec）+ 10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数据来源：2026-10-25 实测（v1.18.6）· 后端 14,722 / 前端 7,356 用例（347 文件）· 覆盖率 100% · 视觉回归 10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v1.18.0–v1.18.6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10-24~25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登录门面重构 + 422 中文化 + 门禁加固 + 录入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效率包 / 虚拟滚动 / 三档预设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净效果：14,722 后端用例（行+分支覆盖率 100%）+ 7,356 前端用例全绿（347 文件）+ 三层对齐门禁 + 10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v1.18.6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14,722 后端用例 + 7,356 前端用例全绿守护 · 三层对齐门禁 · 10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2026-10-25T21:58:56Z</dcterms:created>
  <dcterms:modified xsi:type="dcterms:W3CDTF">2026-10-25T21:58:56Z</dcterms:modified>
  <cp:category/>
  <cp:contentStatus/>
</cp:coreProperties>
</file>