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12381</c:v>
                </c:pt>
                <c:pt idx="1">
                  <c:v>6323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V1.12.17  |  2026-10-17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18,745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12716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6363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模块（api/v1 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 + 13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数据来源：2026-10-17 仓库实测（v1.12.17）—— 后端 12716 用例全绿 / 行+分支覆盖率 100%（branch=True 严格门禁）· 前端 6363 用例全绿 · flake8 0 · bandit 0 中高危 · vue-tsc 0 · eslint 0 警告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299 个测试文件 · 6363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52045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04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59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模板按板块导入（工作表名需与板块对应）；整村档案可导出（脱敏可选），支撑向上汇报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用户增删改、组织树管理（启动钩子自动自愈）、组织删除级联守卫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18,745 项自动化测试（后端 12716 + 前端 6363）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数据来源：2026-10-17 实测（v1.12.17）· 后端 12716 / 前端 6363 用例 · 覆盖率 100%（行+分支）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双红根因修复：归档恢复穿越判定去平台化（Windows 风格路径曾绕过校验）、审批时间轴断言去时区依赖（UTC runner 与本地结论相反）+ 测试会话数据根隔离契约（Linux 上 override 曾被短路忽略）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净效果：12716 后端用例（行+分支覆盖率 100%）+ 6363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v1.12.17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12716 后端用例（行+分支覆盖率 100%）+ 6363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2026-10-08T10:13:59Z</dcterms:created>
  <dcterms:modified xsi:type="dcterms:W3CDTF">2026-10-08T10:13:59Z</dcterms:modified>
</cp:coreProperties>
</file>