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12381</c:v>
                </c:pt>
                <c:pt idx="1">
                  <c:v>6323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V1.12.24  |  2026-10-17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20,190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13349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6612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仓库实测（v1.12.24）—— 后端 13505 用例全绿 / 行+分支覆盖率 100%（branch=True 严格门禁）· 前端 6685 用例全绿 · flake8 0 · bandit 0 中高危 · vue-tsc 0 · eslint 0 警告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315 个测试文件 · 6685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612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20,190 项自动化测试（后端 13349 + 前端 6612）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实测（v1.12.24）· 后端 13349 / 前端 6685 用例 · 覆盖率 100%（行+分支）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净效果：13349 后端用例（行+分支覆盖率 100%）+ 6612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v1.12.24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13349 后端用例（行+分支覆盖率 100%）+ 6612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2026-10-08T10:13:59Z</dcterms:created>
  <dcterms:modified xsi:type="dcterms:W3CDTF">2026-10-08T10:13:59Z</dcterms:modified>
</cp:coreProperties>
</file>