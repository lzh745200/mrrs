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13505</c:v>
                </c:pt>
                <c:pt idx="1">
                  <c:v>6685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  |  2026-10-18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6 个聚合页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万+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13,500+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6,700+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 key（后端单一源 v2）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139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数据来源：2026-10-18 仓库实测（v1.13.0）—— 后端 13,500+ 用例全绿 / 行+分支覆盖率 100%（branch=True 严格门禁）· 前端 6,700+ 用例全绿 · flake8 0 · bandit 0 中高危 · vue-tsc 0 · eslint 0 警告（以发布时全量实测为准）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139 个业务视图（34 个功能目录）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313 个测试文件 · 6,700+ 个用例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v2 菜单单一源：侧栏 / 移动端 / 权限面板全部数据驱动（Ctrl+K 搜索 / 收藏 / 最近访问）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一个工作台 + 六大板块 · 99 个菜单 key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帮扶业务：村/项目/学校/经费/结对/政策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 + 分析汇报：审批 · 大屏 · 报表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 切换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功能地图：一个工作台 + 六大板块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8368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固定首位：KPI 卡 · 待办聚合 · 快捷操作 · 年度趋势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46704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47872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板块 · 项目全周期 · 经费台账/申请/资金周期 · 结对/捐赠/政策/移交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36208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乡村振兴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37376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工作首页 · 工作列表 · 驻村工作台（打卡与台账）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37376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rural-works / checkin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25712" y="164592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0" y="176479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工作协同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326880" y="214884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 · 审批管理（总览/待审批/我的申请/历史）· 日历 · 提醒 · 消息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326880" y="31455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todos / approval / reminder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8368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分析汇报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8368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汇报大屏 · 数据分析（仪表盘/地图/工作分析/成效排名评估/舆情）· 报表模板/导出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bigscreen / analytics / report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46704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47872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数据管理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3547872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概览 · 导入导出 · 数据包与批量导入 · 校验/规则 · 综合录入 · 批量操作 · 数据上报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547872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data-package / data-upload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743200" cy="1901952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37376" y="39136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437376" y="4297680"/>
            <a:ext cx="23957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聚合页：组织与权限/安全与审计/运维与监控/备份与存储/系统设置/关于与反馈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37376" y="529437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system-console-*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14476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Ctrl+K 菜单搜索 · 收藏 / 最近访问 · 权限包三级裁剪 · 旧路由全部保留 —— 由后端单一菜单源（v2）贯穿全站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侧栏 Ctrl+K 菜单搜索 · 收藏 / 最近访问（v1.13.0）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帮扶大屏：全屏汇报模式，支持按帮扶村/学校/单位筛选下钻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系统管理：6 个聚合页 · 页内 Tab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组织与权限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 · 角色管理 · 菜单管理 · 权限包管理 · 组织机构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755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安全与审计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13969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安全审计 · 零信任 · 密钥管理 · 数据分级 · 加密设置 · 机器码管理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运维与监控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系统总览 · 健康检查 · 系统监控 · 缓存管理 · 后台任务 · 运行环境 · 错误上报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090672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备份与存储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5844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备份管理 · 分片上传 · 地图瓦片 · 管控配置包 · 系统配置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系统设置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多语言 · 邮件设置 · 更新日志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535424"/>
            <a:ext cx="544068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645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关于与反馈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关于系统 · 反馈管理 · 帮助中心 · 管理面板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统一入口 + 页内 Tab：旧页面 / 旧路由全部保留（深链不失效），菜单 key 一个不改、权限包配置完全兼容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菜单单一源（后端 v2：板块→入口→Tab）；可见性三级裁剪：角色默认 → 权限包 → 用户级配置；公开模块全角色一致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19,158 项自动化测试（后端 12,795 + 前端 6,363）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6692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数据来源：2026-10-18 实测口径（v1.13.0）· 后端 13,500+ / 前端 6,700+ · 覆盖率 100%（行+分支）· 以发布实测为准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版本历程：持续的密集演进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双红根因修复：归档恢复穿越判定去平台化、审批时间轴断言去时区依赖 + 测试会话数据根隔离契约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v1.13.0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10-18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导航架构重构：后端单一菜单源 v2（99 key / 6 板块）+ 系统管理 6 聚合页 + Ctrl+K 菜单搜索 / 收藏 / 最近访问；旧路由与权限包 key 全兼容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净效果：13,500+ 后端用例（行+分支覆盖率 100%）+ 6,700+ 前端用例全绿（以发布时全量实测为准）；Windows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v1.13.0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13,500+ 后端用例 + 6,700+ 前端用例全绿守护 · 双平台离线交付（以发布实测为准）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2026-10-18T08:13:55Z</dcterms:created>
  <dcterms:modified xsi:type="dcterms:W3CDTF">2026-10-18T08:13:55Z</dcterms:modified>
</cp:coreProperties>
</file>