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V1.18.22 | 2026-10-28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22,280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14,896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7,384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数据来源：2026-10-28（v1.18.22）—— 后端 14,896 用例（0 skipped）/ 行+分支 100%；前端 344 文件 / 7,384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344 个测试文件 / 7,384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22,280 项自动化测试（后端 14,896 + 前端 7,384）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14,896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7,384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数据来源：2026-10-28 实测（v1.18.22）· 后端 14,896 / 前端 7,384 用例（344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净效果：14,896 后端用例（行+分支覆盖率 100%）+ 7,384 前端用例全绿（344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v1.18.22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14,896 后端用例 + 7,384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