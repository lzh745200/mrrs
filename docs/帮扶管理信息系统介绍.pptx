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V1.18.17 | 2026-10-27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22,244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数据来源：2026-10-27（v1.18.17）—— 后端 14,870 用例（0 skipped）/ 行+分支 100%；前端 344 文件 / 7,374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7,374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22,244 项自动化测试（后端 14,870 + 前端 7,374）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数据来源：2026-10-27 实测（v1.18.15）· 后端 14,870 / 前端 7,374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净效果：14,870 后端用例（行+分支覆盖率 100%）+ 7,374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v1.18.17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14,870 后端用例 + 7,374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