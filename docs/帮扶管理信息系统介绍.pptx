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13710</c:v>
                </c:pt>
                <c:pt idx="1">
                  <c:v>6748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 |  2026-10-18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六大板块 · 一户一档/影像库/消费帮扶/OCR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万+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13,710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6,748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 key（含 15 legacy）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91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 路由模块（含子包）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后端服务（100+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数据库表（+5 新表 −4 旧表）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数据来源：2026-10-18 仓库实测（v1.14.0）—— 后端 13,710 用例全绿（1 skipped）/ 行+分支覆盖率 100%（44,423 stmts / 10,872 branches）· 前端 6,748 用例全绿（321 文件）· flake8 0 · bandit 0 中高危 · vue-tsc 0 · eslint 0 警告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141 个业务视图（37 个功能目录）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个 Pinia store + 14 个组合式函数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321 个测试文件 · 6,748 个用例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v2 菜单单一源：侧栏 / 移动端 / 权限面板全部数据驱动（Ctrl+K 搜索 / 收藏 / 最近访问）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板块标题 18px 加粗、默认折叠，展开状态记忆（nav:expanded-sections）</a:t>
            </a:r>
            <a:endParaRPr lang="en-US" sz="12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110 个服务：资金 / 项目 / 数据包 / 审批 / 一户一档 / OCR…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38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新模块坚守：EncryptedText PII（一户一档）、软删必带 is_active、数据域 get_org_scope</a:t>
            </a:r>
            <a:endParaRPr lang="en-US" sz="1050" dirty="0"/>
          </a:p>
          <a:p>
            <a:pPr algn="l" marL="152400" indent="-152400">
              <a:spcAft>
                <a:spcPts val="600"/>
              </a:spcAft>
              <a:buSzPct val="100000"/>
              <a:buChar char="▪"/>
            </a:pPr>
            <a:r>
              <a:rPr lang="en-US" sz="10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数据层：64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 个模型文件 / 120+ 模型类：村、一户一档、项目、资金、影像、消费台账…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数据迁移：+5 新表（households 三表 / photo_archives / consumption_records），−4 旧表（villages/villagers/industries/sentiment_news）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一个工作台 + 六大板块 · 102 个菜单 key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 / 影像库 / 消费帮扶 三新模块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 · 报表模板组合导出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 切换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功能地图：一个工作台 + 六大板块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8368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固定首位：KPI 卡 · 待办聚合 · 快捷操作 · 年度趋势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46704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47872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547872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板块 · 一户一档 · 项目全周期 · 经费台账/申请/资金周期 · 结对/捐赠/政策/移交 · 消费帮扶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7872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households / funds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36208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37376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乡村振兴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37376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工作首页 · 工作列表（驻村工作台已于 v1.14.0 下线）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37376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rural-works / rural-works-list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25712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26880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工作协同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326880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 · 审批管理（总览/待审批/我的申请/历史）· 日历 · 提醒 · 消息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326880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todos / approval / reminder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8368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分析汇报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8368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 · 数据分析（仪表盘/地图/工作分析/成效排名评估）· 报表模板/导出 · 影像库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bigscreen / analytics / media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46704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547872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数据管理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3547872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概览 · 导入导出 · 数据包与批量导入 · 数据校验（三 Tab）· 综合录入 · 批量操作 · 数据上报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47872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data-package / data-upload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37376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437376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聚合页：组织与权限/安全与审计/运维与监控/备份与存储/系统设置/关于与反馈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37376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system-console-*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614476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Ctrl+K 菜单搜索 · 收藏 / 最近访问 · 权限包三级裁剪 · 旧路由全部保留 —— 由后端单一菜单源（v2）贯穿全站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 Ctrl+K 菜单搜索 · 收藏 / 最近访问（v1.13.0）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帮扶大屏：全屏汇报模式，支持按帮扶村/学校/单位筛选下钻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起村下可建「一户一档」：户/成员/风险预警/走访挂户，并可一键汇总回填年度人口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1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模板按板块导入；整村档案可导出（脱敏可选），支撑向上汇报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一户一档：从“一村一档”细到“一户一档”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户档案与成员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户主 / 户编号 / 户类型（一般户 / 脱贫户 / 监测户）/ 风险类型与等级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帮扶责任人 + 联系电话（PII 透明加密，ADR-0005）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家庭成员：关系 / 身份证（加密）/ 健康 / 就业 / 个人年收入 / 兜底保障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走访挂户：走访记录关联到户，自动回写“最近走访日期”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csv（含成员数、风险等级）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风险预警与汇总回填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连续未走访 &gt;90 天且非一般户 → 中风险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大病 / 住房不安全 / 突发困难 → 高风险（逐项独立命中）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预警实时计算不落库；可一键登记风险记录并关闭闭环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一键汇总回填帮扶村年度人口：总户数 / 总人口 / 脱贫户 / 监测户（幂等 upsert）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数据域沿用：普通用户本人、管理员本组织及子树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households / household_members / household_risk_records 三表 + /households/* API（15 端点）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凭证 OCR（v1.14.0）：拍照识别金额/日期回填，离线引擎不可用时降级手工录入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经费凭证 OCR：拍一张，金额日期自动填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上传凭证图片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离线识别（CPU）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2880360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回填金额 / 日期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961120" y="1828800"/>
            <a:ext cx="2880360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8288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人工核对保存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980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识别能力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4980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离线引擎 rapidocr-onnxruntime 1.4.4（CPU / 中英文 / 不联网）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金额：￥ / ¥ / 元 / 千分位 / 小数；日期：YYYY-MM-DD / YYYY年M月D日 / YYYY/MM/DD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返回 text / amount / date / confidence / engine，结果自动回填录入项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3200400"/>
            <a:ext cx="54864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降级与安全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379476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引擎不可用 → 503 + 前端提示手工录入，不阻断经费业务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图片限长 10MB；空内容 / 非图片 → 400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安装包内置 OCR 模型；ARM64 构建过滤降级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消费帮扶台账：逐笔记录帮销成果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台账要素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品类：农产品 / 畜禽 / 手工 / 其他；产品名称与数量单位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成交金额（元，必填）、采购方（单位）、供货方及类型（农户 / 合作社 / 企业）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年度（必填）、成交日期、凭证文件、备注；可关联帮扶村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 / 编辑 / 软删除；按年度 / 品类 / 村 / 关键词筛选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统计与导出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年度统计：总金额 / 记录笔数 / 按品类分布 / 按村分布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台账导出 xlsx / csv（按当前筛选条件）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与帮扶村年度数据第 8 板块「消费帮扶」区分：年度板块按村按年统计，本台账逐笔记账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替换已下线的舆情监测；旧菜单 key sentiment 仅保留权限兼容、不再有导航入口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consumption_records 表 + /consumption/* API（6 端点）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链路校验（v1.14.0）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「下级生成上报包 → 上级接收 / 导入 → 数据列表可见」整条链路已补端到端集成测试并修复断点；上报协议、端点与请求/响应结构不变，升级后建议做一次完整上报+接收演练。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数据上报链路：下级打包 → 上级接收 → 数据可见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下级录入数据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68296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78024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生成上报包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9392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上级接收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0488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字段级校验纠正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01584" y="1828800"/>
            <a:ext cx="2011680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211312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预览确认入库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12680" y="1828800"/>
            <a:ext cx="2011680" cy="86868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22408" y="182880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数据列表可见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链路要素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上报包：ZIP + manifest.json（组织/记录数/校验和/增量基准）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上报范围：普通用户仅本人录入，管理员为全组织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接收端：仅管理员可校验 / 接收 / 导入 / 确认入库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自动字段级校验：ok / corrected / rejected 三级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154680"/>
            <a:ext cx="548640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56248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交付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56248" y="3749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补端到端集成测试并修复链路断点：生成 → 接收 → 导入 → 列表可见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上报协议与端点路径、请求/响应结构均未改变</a:t>
            </a:r>
            <a:endParaRPr lang="en-US" sz="125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升级后建议按用户手册做一次完整上报 + 接收演练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任意字段组合 + xlsx/csv/docx/pdf 导出 + 打印（v1.14.0 增强）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全屏汇报模式，支持按帮扶村/学校/单位筛选下钻；顶部可退出大屏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现场照片归档 + EXIF/GPS 自动归类 + 多期对比图（v1.14.0 新增）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报表模板：任意字段组合 · 四种格式 · 一键打印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字段自由组合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按模块读取可用字段（available-fields），勾选需要的列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按字段映射保存为报表模板（模板可复用、可下发）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导出前可预览数据，确认无误再生成文件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保留原有模板导入 / 下载能力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多格式导出与打印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格式：xlsx / csv / docx / pdf（单次上限 5000 行）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复用 report_export_service，PDF 用 reportlab 内置中文字体（不依赖系统字体）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打印：先取 print-data（JSON），再走浏览器打印样式，适合 A4 台账上报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组织数据域沿用模板既有逻辑，导出结果与列表筛选一致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POST /report-templates/{id}/export 与 GET /report-templates/{id}/print-data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影像库：照片归档 + 多期对比，现场变化看得见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归档与自动归类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上传后登记归档：关联帮扶村 / 学校 / 项目（三选一或空）+ 标签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自动解析 EXIF：拍摄时间（DateTimeOriginal）与 GPS 坐标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GPS ≤5km 就近自动匹配帮扶村；无 EXIF 时标记为手工来源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拍摄点标识 spot_key（默认 GPS 量化串）：同一拍摄点多期照片自动分组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按村 / 校 / 项目 / 标签 / 日期区间筛选；删除为软删除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多期对比图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选同一拍摄点的多张照片，一键生成 PNG 对比图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≤3 张横排；≥4 张按 2 列排列；每张下方标注拍摄日期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单次最多 9 张，可下载留存，用于汇报与验收举证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图片只允许读取上传目录内文件，防路径穿越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 新增 photo_archives 表 + /media/photos/* API（7 端点，含对比图合成与下载）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组织与权限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 · 角色管理 · 菜单管理 · 权限包管理 · 组织机构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安全与审计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安全审计 · 零信任 · 密钥管理 · 数据分级 · 加密设置 · 机器码管理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运维与监控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系统总览 · 健康检查 · 系统监控 · 缓存管理 · 后台任务 · 运行环境 · 错误上报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备份与存储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备份管理 · 分片上传 · 地图瓦片 · 管控配置包 · 系统配置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系统设置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更新日志（v1.14.0 起多语言 / 邮件设置已下线）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关于与反馈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关于系统 · 反馈管理 · 帮助中心 · 管理面板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 + 页内 Tab：旧页面 / 旧路由全部保留（深链不失效），菜单 key 一个不改、权限包配置完全兼容；v1.14.0 下线页面的 key 仅作权限兼容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v2：板块→入口→Tab）；可见性三级裁剪：角色默认 → 权限包 → 用户级配置；公开模块全角色一致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电话类（含一户一档 helper_phone / id_card，v1.14.0 起替换 villagers 两列）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19,158 项自动化测试（后端 12,795 + 前端 6,363）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6692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数据来源：2026-10-18 实测（v1.14.0）· 后端 13,710 / 前端 6,748 用例 · 覆盖率 100%（行+分支）· 1 skipped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版本历程：持续的密集演进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双红根因修复：归档恢复穿越判定去平台化、审批时间轴断言去时区依赖 + 测试会话数据根隔离契约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v1.13.0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导航架构重构：后端单一菜单源 v2 + 系统管理 6 聚合页 + Ctrl+K 菜单搜索 / 收藏 / 最近访问；旧路由与权限包 key 全兼容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v1.14.0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功能大迭代：一户一档 / 影像库对比 / 消费帮扶台账 / 经费凭证 OCR / 报表组合导出 / 7 板块折叠 / 大屏退出；删遗留表与下线页面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净效果：13,710 后端用例（行+分支覆盖率 100%）+ 6,748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v1.14.0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13,710 后端用例 + 6,748 前端用例全绿守护 ·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2026-10-18T11:44:07Z</dcterms:created>
  <dcterms:modified xsi:type="dcterms:W3CDTF">2026-10-18T11:44:07Z</dcterms:modified>
</cp:coreProperties>
</file>