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V1.12.21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19,517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13079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6438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仓库实测（v1.12.21）—— 后端 13079 用例全绿 / 行+分支覆盖率 100%（branch=True 严格门禁）· 前端 6438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305 个测试文件 · 6438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8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19,517 项自动化测试（后端 13079 + 前端 6438）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实测（v1.12.21）· 后端 13079 / 前端 6438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净效果：13079 后端用例（行+分支覆盖率 100%）+ 6438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v1.12.21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13079 后端用例（行+分支覆盖率 100%）+ 6438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