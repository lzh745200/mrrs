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V1.18.7 | 2026-10-25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数据来源：2026-10-25（v1.18.7）—— 后端 14,722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v1.18.7：六版收口要点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录入效率包（v1.18.7）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性能与协同（v1.18.7）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与质量（v1.18.7）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数据来源：2026-10-25 实测（v1.18.7）·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v1.18.0–v1.18.7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v1.18.7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14,722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